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9" r:id="rId3"/>
    <p:sldId id="266" r:id="rId4"/>
    <p:sldId id="271" r:id="rId5"/>
    <p:sldId id="272" r:id="rId6"/>
    <p:sldId id="273" r:id="rId7"/>
    <p:sldId id="279" r:id="rId8"/>
    <p:sldId id="265" r:id="rId9"/>
    <p:sldId id="274" r:id="rId10"/>
    <p:sldId id="280" r:id="rId11"/>
    <p:sldId id="276" r:id="rId12"/>
    <p:sldId id="281" r:id="rId13"/>
    <p:sldId id="282" r:id="rId14"/>
    <p:sldId id="283" r:id="rId15"/>
    <p:sldId id="277" r:id="rId16"/>
    <p:sldId id="278" r:id="rId17"/>
    <p:sldId id="284" r:id="rId18"/>
    <p:sldId id="270" r:id="rId19"/>
  </p:sldIdLst>
  <p:sldSz cx="18288000" cy="10287000"/>
  <p:notesSz cx="6858000" cy="9144000"/>
  <p:embeddedFontLst>
    <p:embeddedFont>
      <p:font typeface="Alice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6C4D"/>
    <a:srgbClr val="FFFF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8C9ED4-AC14-48E9-A0A9-FD853A888557}" v="16" dt="2026-10-09T18:01:26.1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36" y="5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 MALLEPELLI" userId="bd6b0d0788565c49" providerId="LiveId" clId="{2D08A2C5-2667-4512-ADE6-2895F2FABF60}"/>
    <pc:docChg chg="undo custSel addSld delSld modSld sldOrd">
      <pc:chgData name="OM MALLEPELLI" userId="bd6b0d0788565c49" providerId="LiveId" clId="{2D08A2C5-2667-4512-ADE6-2895F2FABF60}" dt="2026-10-09T18:07:18.438" v="1463" actId="14100"/>
      <pc:docMkLst>
        <pc:docMk/>
      </pc:docMkLst>
      <pc:sldChg chg="modSp mod modTransition">
        <pc:chgData name="OM MALLEPELLI" userId="bd6b0d0788565c49" providerId="LiveId" clId="{2D08A2C5-2667-4512-ADE6-2895F2FABF60}" dt="2026-10-09T17:26:45.888" v="1170"/>
        <pc:sldMkLst>
          <pc:docMk/>
          <pc:sldMk cId="0" sldId="257"/>
        </pc:sldMkLst>
        <pc:spChg chg="mod">
          <ac:chgData name="OM MALLEPELLI" userId="bd6b0d0788565c49" providerId="LiveId" clId="{2D08A2C5-2667-4512-ADE6-2895F2FABF60}" dt="2026-10-02T10:04:08.380" v="46" actId="20577"/>
          <ac:spMkLst>
            <pc:docMk/>
            <pc:sldMk cId="0" sldId="257"/>
            <ac:spMk id="31" creationId="{FEA52F4C-5427-A3AB-702C-C8DE7CF494AE}"/>
          </ac:spMkLst>
        </pc:spChg>
      </pc:sldChg>
      <pc:sldChg chg="modSp mod modTransition">
        <pc:chgData name="OM MALLEPELLI" userId="bd6b0d0788565c49" providerId="LiveId" clId="{2D08A2C5-2667-4512-ADE6-2895F2FABF60}" dt="2026-10-09T17:26:47.334" v="1171"/>
        <pc:sldMkLst>
          <pc:docMk/>
          <pc:sldMk cId="0" sldId="259"/>
        </pc:sldMkLst>
        <pc:spChg chg="mod">
          <ac:chgData name="OM MALLEPELLI" userId="bd6b0d0788565c49" providerId="LiveId" clId="{2D08A2C5-2667-4512-ADE6-2895F2FABF60}" dt="2026-10-07T06:11:24.682" v="389" actId="20577"/>
          <ac:spMkLst>
            <pc:docMk/>
            <pc:sldMk cId="0" sldId="259"/>
            <ac:spMk id="20" creationId="{00000000-0000-0000-0000-000000000000}"/>
          </ac:spMkLst>
        </pc:spChg>
      </pc:sldChg>
      <pc:sldChg chg="modSp mod ord">
        <pc:chgData name="OM MALLEPELLI" userId="bd6b0d0788565c49" providerId="LiveId" clId="{2D08A2C5-2667-4512-ADE6-2895F2FABF60}" dt="2026-10-07T06:14:00.512" v="446" actId="20577"/>
        <pc:sldMkLst>
          <pc:docMk/>
          <pc:sldMk cId="734298611" sldId="265"/>
        </pc:sldMkLst>
        <pc:spChg chg="mod">
          <ac:chgData name="OM MALLEPELLI" userId="bd6b0d0788565c49" providerId="LiveId" clId="{2D08A2C5-2667-4512-ADE6-2895F2FABF60}" dt="2026-10-07T04:48:32.225" v="364" actId="1076"/>
          <ac:spMkLst>
            <pc:docMk/>
            <pc:sldMk cId="734298611" sldId="265"/>
            <ac:spMk id="3" creationId="{13850BB2-42D0-0F24-D604-21A3E54FD9FB}"/>
          </ac:spMkLst>
        </pc:spChg>
        <pc:spChg chg="mod">
          <ac:chgData name="OM MALLEPELLI" userId="bd6b0d0788565c49" providerId="LiveId" clId="{2D08A2C5-2667-4512-ADE6-2895F2FABF60}" dt="2026-10-07T06:14:00.512" v="446" actId="20577"/>
          <ac:spMkLst>
            <pc:docMk/>
            <pc:sldMk cId="734298611" sldId="265"/>
            <ac:spMk id="22" creationId="{6A6A0C42-06CF-E9FF-E661-2E456E3D3C93}"/>
          </ac:spMkLst>
        </pc:spChg>
        <pc:grpChg chg="mod">
          <ac:chgData name="OM MALLEPELLI" userId="bd6b0d0788565c49" providerId="LiveId" clId="{2D08A2C5-2667-4512-ADE6-2895F2FABF60}" dt="2026-10-07T04:37:16.467" v="309" actId="1076"/>
          <ac:grpSpMkLst>
            <pc:docMk/>
            <pc:sldMk cId="734298611" sldId="265"/>
            <ac:grpSpMk id="10" creationId="{A8A1B773-BF61-DC28-6061-C50FBFA7E806}"/>
          </ac:grpSpMkLst>
        </pc:grpChg>
        <pc:picChg chg="mod">
          <ac:chgData name="OM MALLEPELLI" userId="bd6b0d0788565c49" providerId="LiveId" clId="{2D08A2C5-2667-4512-ADE6-2895F2FABF60}" dt="2026-10-07T06:11:52.204" v="395" actId="1076"/>
          <ac:picMkLst>
            <pc:docMk/>
            <pc:sldMk cId="734298611" sldId="265"/>
            <ac:picMk id="29" creationId="{91B0BC77-489C-619C-1B6F-1907D59FB3EC}"/>
          </ac:picMkLst>
        </pc:picChg>
      </pc:sldChg>
      <pc:sldChg chg="modSp mod">
        <pc:chgData name="OM MALLEPELLI" userId="bd6b0d0788565c49" providerId="LiveId" clId="{2D08A2C5-2667-4512-ADE6-2895F2FABF60}" dt="2026-10-07T06:11:29.674" v="391" actId="20577"/>
        <pc:sldMkLst>
          <pc:docMk/>
          <pc:sldMk cId="2012931326" sldId="266"/>
        </pc:sldMkLst>
        <pc:spChg chg="mod">
          <ac:chgData name="OM MALLEPELLI" userId="bd6b0d0788565c49" providerId="LiveId" clId="{2D08A2C5-2667-4512-ADE6-2895F2FABF60}" dt="2026-10-07T06:11:29.674" v="391" actId="20577"/>
          <ac:spMkLst>
            <pc:docMk/>
            <pc:sldMk cId="2012931326" sldId="266"/>
            <ac:spMk id="20" creationId="{EC608609-90CA-6D57-DBD4-A6FBB7D7B9F0}"/>
          </ac:spMkLst>
        </pc:spChg>
        <pc:spChg chg="mod">
          <ac:chgData name="OM MALLEPELLI" userId="bd6b0d0788565c49" providerId="LiveId" clId="{2D08A2C5-2667-4512-ADE6-2895F2FABF60}" dt="2026-10-07T04:27:04.068" v="143" actId="1076"/>
          <ac:spMkLst>
            <pc:docMk/>
            <pc:sldMk cId="2012931326" sldId="266"/>
            <ac:spMk id="25" creationId="{0B129D88-EFF9-205B-6704-78E2F5680B0C}"/>
          </ac:spMkLst>
        </pc:spChg>
      </pc:sldChg>
      <pc:sldChg chg="delSp modSp add mod">
        <pc:chgData name="OM MALLEPELLI" userId="bd6b0d0788565c49" providerId="LiveId" clId="{2D08A2C5-2667-4512-ADE6-2895F2FABF60}" dt="2026-10-07T06:11:34.367" v="393" actId="20577"/>
        <pc:sldMkLst>
          <pc:docMk/>
          <pc:sldMk cId="2111357696" sldId="271"/>
        </pc:sldMkLst>
        <pc:spChg chg="mod">
          <ac:chgData name="OM MALLEPELLI" userId="bd6b0d0788565c49" providerId="LiveId" clId="{2D08A2C5-2667-4512-ADE6-2895F2FABF60}" dt="2026-10-07T06:11:34.367" v="393" actId="20577"/>
          <ac:spMkLst>
            <pc:docMk/>
            <pc:sldMk cId="2111357696" sldId="271"/>
            <ac:spMk id="20" creationId="{C7993829-C1C0-17D7-7440-72AF3BDA26F9}"/>
          </ac:spMkLst>
        </pc:spChg>
        <pc:spChg chg="mod">
          <ac:chgData name="OM MALLEPELLI" userId="bd6b0d0788565c49" providerId="LiveId" clId="{2D08A2C5-2667-4512-ADE6-2895F2FABF60}" dt="2026-10-07T04:28:00.380" v="171" actId="20577"/>
          <ac:spMkLst>
            <pc:docMk/>
            <pc:sldMk cId="2111357696" sldId="271"/>
            <ac:spMk id="25" creationId="{D482BA18-7FAC-87BC-C203-5C354440F297}"/>
          </ac:spMkLst>
        </pc:spChg>
      </pc:sldChg>
      <pc:sldChg chg="addSp delSp modSp add mod">
        <pc:chgData name="OM MALLEPELLI" userId="bd6b0d0788565c49" providerId="LiveId" clId="{2D08A2C5-2667-4512-ADE6-2895F2FABF60}" dt="2026-10-09T17:56:48.045" v="1358" actId="14100"/>
        <pc:sldMkLst>
          <pc:docMk/>
          <pc:sldMk cId="3046979258" sldId="272"/>
        </pc:sldMkLst>
        <pc:spChg chg="mod">
          <ac:chgData name="OM MALLEPELLI" userId="bd6b0d0788565c49" providerId="LiveId" clId="{2D08A2C5-2667-4512-ADE6-2895F2FABF60}" dt="2026-10-07T04:31:23.886" v="177" actId="1076"/>
          <ac:spMkLst>
            <pc:docMk/>
            <pc:sldMk cId="3046979258" sldId="272"/>
            <ac:spMk id="7" creationId="{2BE3E62B-34A6-FF06-5FF1-BBC00E8D5813}"/>
          </ac:spMkLst>
        </pc:spChg>
        <pc:grpChg chg="mod">
          <ac:chgData name="OM MALLEPELLI" userId="bd6b0d0788565c49" providerId="LiveId" clId="{2D08A2C5-2667-4512-ADE6-2895F2FABF60}" dt="2026-10-07T06:09:35.604" v="378" actId="1076"/>
          <ac:grpSpMkLst>
            <pc:docMk/>
            <pc:sldMk cId="3046979258" sldId="272"/>
            <ac:grpSpMk id="5" creationId="{06CAF6AF-14C2-01D2-03D7-FACF5F2F1DC4}"/>
          </ac:grpSpMkLst>
        </pc:grpChg>
        <pc:grpChg chg="mod">
          <ac:chgData name="OM MALLEPELLI" userId="bd6b0d0788565c49" providerId="LiveId" clId="{2D08A2C5-2667-4512-ADE6-2895F2FABF60}" dt="2026-10-07T06:09:56.452" v="381" actId="1076"/>
          <ac:grpSpMkLst>
            <pc:docMk/>
            <pc:sldMk cId="3046979258" sldId="272"/>
            <ac:grpSpMk id="8" creationId="{0A6273D3-8B58-2A1C-AC4E-CE6A240CE6E0}"/>
          </ac:grpSpMkLst>
        </pc:grpChg>
        <pc:grpChg chg="mod">
          <ac:chgData name="OM MALLEPELLI" userId="bd6b0d0788565c49" providerId="LiveId" clId="{2D08A2C5-2667-4512-ADE6-2895F2FABF60}" dt="2026-10-07T06:10:51.604" v="385" actId="1076"/>
          <ac:grpSpMkLst>
            <pc:docMk/>
            <pc:sldMk cId="3046979258" sldId="272"/>
            <ac:grpSpMk id="10" creationId="{A555877D-FA4A-0307-DAE5-81A0690F2179}"/>
          </ac:grpSpMkLst>
        </pc:grpChg>
        <pc:picChg chg="add del mod">
          <ac:chgData name="OM MALLEPELLI" userId="bd6b0d0788565c49" providerId="LiveId" clId="{2D08A2C5-2667-4512-ADE6-2895F2FABF60}" dt="2026-10-09T17:56:18.597" v="1350" actId="478"/>
          <ac:picMkLst>
            <pc:docMk/>
            <pc:sldMk cId="3046979258" sldId="272"/>
            <ac:picMk id="22" creationId="{BA070BA8-9BFC-947C-258E-F716C9F39F4A}"/>
          </ac:picMkLst>
        </pc:picChg>
        <pc:picChg chg="add del mod">
          <ac:chgData name="OM MALLEPELLI" userId="bd6b0d0788565c49" providerId="LiveId" clId="{2D08A2C5-2667-4512-ADE6-2895F2FABF60}" dt="2026-10-09T17:54:23.719" v="1347" actId="478"/>
          <ac:picMkLst>
            <pc:docMk/>
            <pc:sldMk cId="3046979258" sldId="272"/>
            <ac:picMk id="24" creationId="{6CBC00D5-7442-24D0-858E-850F1826A942}"/>
          </ac:picMkLst>
        </pc:picChg>
        <pc:picChg chg="add del mod">
          <ac:chgData name="OM MALLEPELLI" userId="bd6b0d0788565c49" providerId="LiveId" clId="{2D08A2C5-2667-4512-ADE6-2895F2FABF60}" dt="2026-10-09T17:56:39.112" v="1354" actId="478"/>
          <ac:picMkLst>
            <pc:docMk/>
            <pc:sldMk cId="3046979258" sldId="272"/>
            <ac:picMk id="26" creationId="{C5E15E6D-46A8-2340-0EF4-AC3C56852165}"/>
          </ac:picMkLst>
        </pc:picChg>
        <pc:picChg chg="add mod">
          <ac:chgData name="OM MALLEPELLI" userId="bd6b0d0788565c49" providerId="LiveId" clId="{2D08A2C5-2667-4512-ADE6-2895F2FABF60}" dt="2026-10-09T17:56:48.045" v="1358" actId="14100"/>
          <ac:picMkLst>
            <pc:docMk/>
            <pc:sldMk cId="3046979258" sldId="272"/>
            <ac:picMk id="28" creationId="{3D8550F8-020F-77D7-53D4-5D566F0E6133}"/>
          </ac:picMkLst>
        </pc:picChg>
      </pc:sldChg>
      <pc:sldChg chg="addSp delSp modSp add mod ord modTransition">
        <pc:chgData name="OM MALLEPELLI" userId="bd6b0d0788565c49" providerId="LiveId" clId="{2D08A2C5-2667-4512-ADE6-2895F2FABF60}" dt="2026-10-09T17:26:50.054" v="1172"/>
        <pc:sldMkLst>
          <pc:docMk/>
          <pc:sldMk cId="3000324531" sldId="273"/>
        </pc:sldMkLst>
        <pc:spChg chg="mod">
          <ac:chgData name="OM MALLEPELLI" userId="bd6b0d0788565c49" providerId="LiveId" clId="{2D08A2C5-2667-4512-ADE6-2895F2FABF60}" dt="2026-10-09T07:00:41.687" v="1089" actId="20577"/>
          <ac:spMkLst>
            <pc:docMk/>
            <pc:sldMk cId="3000324531" sldId="273"/>
            <ac:spMk id="20" creationId="{3CCB5A3A-84CD-CB64-4161-305C002BA43F}"/>
          </ac:spMkLst>
        </pc:spChg>
        <pc:spChg chg="add del">
          <ac:chgData name="OM MALLEPELLI" userId="bd6b0d0788565c49" providerId="LiveId" clId="{2D08A2C5-2667-4512-ADE6-2895F2FABF60}" dt="2026-10-09T07:01:39.180" v="1091" actId="22"/>
          <ac:spMkLst>
            <pc:docMk/>
            <pc:sldMk cId="3000324531" sldId="273"/>
            <ac:spMk id="22" creationId="{66E864EA-37D4-CF79-9EB6-F73E88CDBAB0}"/>
          </ac:spMkLst>
        </pc:spChg>
        <pc:spChg chg="add mod">
          <ac:chgData name="OM MALLEPELLI" userId="bd6b0d0788565c49" providerId="LiveId" clId="{2D08A2C5-2667-4512-ADE6-2895F2FABF60}" dt="2026-10-09T07:01:48.941" v="1099" actId="403"/>
          <ac:spMkLst>
            <pc:docMk/>
            <pc:sldMk cId="3000324531" sldId="273"/>
            <ac:spMk id="24" creationId="{CAF8F6F5-2BF7-D5FA-433A-4ACD4020CBF3}"/>
          </ac:spMkLst>
        </pc:spChg>
        <pc:spChg chg="add mod">
          <ac:chgData name="OM MALLEPELLI" userId="bd6b0d0788565c49" providerId="LiveId" clId="{2D08A2C5-2667-4512-ADE6-2895F2FABF60}" dt="2026-10-09T07:02:17.699" v="1112" actId="1076"/>
          <ac:spMkLst>
            <pc:docMk/>
            <pc:sldMk cId="3000324531" sldId="273"/>
            <ac:spMk id="28" creationId="{0952BABA-5B36-771A-A5A2-A20A852A87A1}"/>
          </ac:spMkLst>
        </pc:spChg>
        <pc:grpChg chg="mod">
          <ac:chgData name="OM MALLEPELLI" userId="bd6b0d0788565c49" providerId="LiveId" clId="{2D08A2C5-2667-4512-ADE6-2895F2FABF60}" dt="2026-10-07T04:35:30.317" v="303" actId="1076"/>
          <ac:grpSpMkLst>
            <pc:docMk/>
            <pc:sldMk cId="3000324531" sldId="273"/>
            <ac:grpSpMk id="8" creationId="{30B33295-F11C-CDAA-E0BC-FEF54A13A492}"/>
          </ac:grpSpMkLst>
        </pc:grpChg>
      </pc:sldChg>
      <pc:sldChg chg="addSp delSp modSp add mod">
        <pc:chgData name="OM MALLEPELLI" userId="bd6b0d0788565c49" providerId="LiveId" clId="{2D08A2C5-2667-4512-ADE6-2895F2FABF60}" dt="2026-10-09T06:51:53.329" v="1000" actId="1076"/>
        <pc:sldMkLst>
          <pc:docMk/>
          <pc:sldMk cId="279825997" sldId="274"/>
        </pc:sldMkLst>
        <pc:spChg chg="add mod">
          <ac:chgData name="OM MALLEPELLI" userId="bd6b0d0788565c49" providerId="LiveId" clId="{2D08A2C5-2667-4512-ADE6-2895F2FABF60}" dt="2026-10-09T06:51:53.329" v="1000" actId="1076"/>
          <ac:spMkLst>
            <pc:docMk/>
            <pc:sldMk cId="279825997" sldId="274"/>
            <ac:spMk id="3" creationId="{9B7190D8-7F48-F098-FA9C-12D49313C4DB}"/>
          </ac:spMkLst>
        </pc:spChg>
        <pc:spChg chg="mod">
          <ac:chgData name="OM MALLEPELLI" userId="bd6b0d0788565c49" providerId="LiveId" clId="{2D08A2C5-2667-4512-ADE6-2895F2FABF60}" dt="2026-10-07T06:16:38.269" v="477" actId="1076"/>
          <ac:spMkLst>
            <pc:docMk/>
            <pc:sldMk cId="279825997" sldId="274"/>
            <ac:spMk id="6" creationId="{1FBBF4C1-EF88-4A78-BCAC-1710B674D569}"/>
          </ac:spMkLst>
        </pc:spChg>
        <pc:spChg chg="mod">
          <ac:chgData name="OM MALLEPELLI" userId="bd6b0d0788565c49" providerId="LiveId" clId="{2D08A2C5-2667-4512-ADE6-2895F2FABF60}" dt="2026-10-07T06:16:38.269" v="477" actId="1076"/>
          <ac:spMkLst>
            <pc:docMk/>
            <pc:sldMk cId="279825997" sldId="274"/>
            <ac:spMk id="9" creationId="{B55DE438-5045-D63E-AB66-DFD3447BF90D}"/>
          </ac:spMkLst>
        </pc:spChg>
        <pc:spChg chg="mod">
          <ac:chgData name="OM MALLEPELLI" userId="bd6b0d0788565c49" providerId="LiveId" clId="{2D08A2C5-2667-4512-ADE6-2895F2FABF60}" dt="2026-10-07T06:16:38.269" v="477" actId="1076"/>
          <ac:spMkLst>
            <pc:docMk/>
            <pc:sldMk cId="279825997" sldId="274"/>
            <ac:spMk id="22" creationId="{C2F5A5F6-F928-C379-940A-74EE6096FB86}"/>
          </ac:spMkLst>
        </pc:spChg>
        <pc:spChg chg="add mod">
          <ac:chgData name="OM MALLEPELLI" userId="bd6b0d0788565c49" providerId="LiveId" clId="{2D08A2C5-2667-4512-ADE6-2895F2FABF60}" dt="2026-10-07T06:26:37.899" v="774" actId="1076"/>
          <ac:spMkLst>
            <pc:docMk/>
            <pc:sldMk cId="279825997" sldId="274"/>
            <ac:spMk id="23" creationId="{D47BFC6F-B7CF-FE23-8394-C93D7B6A9971}"/>
          </ac:spMkLst>
        </pc:spChg>
        <pc:spChg chg="mod">
          <ac:chgData name="OM MALLEPELLI" userId="bd6b0d0788565c49" providerId="LiveId" clId="{2D08A2C5-2667-4512-ADE6-2895F2FABF60}" dt="2026-10-07T06:16:38.269" v="477" actId="1076"/>
          <ac:spMkLst>
            <pc:docMk/>
            <pc:sldMk cId="279825997" sldId="274"/>
            <ac:spMk id="30" creationId="{77B44FE3-9643-6C97-BC90-BA450ADBEED4}"/>
          </ac:spMkLst>
        </pc:spChg>
        <pc:grpChg chg="mod">
          <ac:chgData name="OM MALLEPELLI" userId="bd6b0d0788565c49" providerId="LiveId" clId="{2D08A2C5-2667-4512-ADE6-2895F2FABF60}" dt="2026-10-07T06:16:38.269" v="477" actId="1076"/>
          <ac:grpSpMkLst>
            <pc:docMk/>
            <pc:sldMk cId="279825997" sldId="274"/>
            <ac:grpSpMk id="4" creationId="{B4C3FC8B-CB9E-4D19-3C03-4347D898F103}"/>
          </ac:grpSpMkLst>
        </pc:grpChg>
        <pc:grpChg chg="mod">
          <ac:chgData name="OM MALLEPELLI" userId="bd6b0d0788565c49" providerId="LiveId" clId="{2D08A2C5-2667-4512-ADE6-2895F2FABF60}" dt="2026-10-07T06:16:38.269" v="477" actId="1076"/>
          <ac:grpSpMkLst>
            <pc:docMk/>
            <pc:sldMk cId="279825997" sldId="274"/>
            <ac:grpSpMk id="7" creationId="{2E52F233-6317-B6BD-F60D-717CCCC88E3B}"/>
          </ac:grpSpMkLst>
        </pc:grpChg>
        <pc:grpChg chg="mod">
          <ac:chgData name="OM MALLEPELLI" userId="bd6b0d0788565c49" providerId="LiveId" clId="{2D08A2C5-2667-4512-ADE6-2895F2FABF60}" dt="2026-10-07T06:16:38.269" v="477" actId="1076"/>
          <ac:grpSpMkLst>
            <pc:docMk/>
            <pc:sldMk cId="279825997" sldId="274"/>
            <ac:grpSpMk id="10" creationId="{51ECABC0-02E2-8A0D-7B20-A95DEB5085D1}"/>
          </ac:grpSpMkLst>
        </pc:grpChg>
        <pc:grpChg chg="mod">
          <ac:chgData name="OM MALLEPELLI" userId="bd6b0d0788565c49" providerId="LiveId" clId="{2D08A2C5-2667-4512-ADE6-2895F2FABF60}" dt="2026-10-07T06:16:38.269" v="477" actId="1076"/>
          <ac:grpSpMkLst>
            <pc:docMk/>
            <pc:sldMk cId="279825997" sldId="274"/>
            <ac:grpSpMk id="12" creationId="{111A2E19-0179-6CD8-C377-DB4026F27C2E}"/>
          </ac:grpSpMkLst>
        </pc:grpChg>
      </pc:sldChg>
      <pc:sldChg chg="addSp delSp modSp add del mod">
        <pc:chgData name="OM MALLEPELLI" userId="bd6b0d0788565c49" providerId="LiveId" clId="{2D08A2C5-2667-4512-ADE6-2895F2FABF60}" dt="2026-10-09T17:29:16.322" v="1174" actId="47"/>
        <pc:sldMkLst>
          <pc:docMk/>
          <pc:sldMk cId="1655595602" sldId="275"/>
        </pc:sldMkLst>
        <pc:spChg chg="add mod">
          <ac:chgData name="OM MALLEPELLI" userId="bd6b0d0788565c49" providerId="LiveId" clId="{2D08A2C5-2667-4512-ADE6-2895F2FABF60}" dt="2026-10-09T07:06:20.433" v="1168" actId="1076"/>
          <ac:spMkLst>
            <pc:docMk/>
            <pc:sldMk cId="1655595602" sldId="275"/>
            <ac:spMk id="3" creationId="{38570249-7634-0E2B-6365-4F0173652FC0}"/>
          </ac:spMkLst>
        </pc:spChg>
        <pc:spChg chg="mod">
          <ac:chgData name="OM MALLEPELLI" userId="bd6b0d0788565c49" providerId="LiveId" clId="{2D08A2C5-2667-4512-ADE6-2895F2FABF60}" dt="2026-10-09T06:47:15.420" v="928" actId="20577"/>
          <ac:spMkLst>
            <pc:docMk/>
            <pc:sldMk cId="1655595602" sldId="275"/>
            <ac:spMk id="22" creationId="{1B1CE0B3-7592-C811-C2A9-1A3F3F4D39E9}"/>
          </ac:spMkLst>
        </pc:spChg>
      </pc:sldChg>
      <pc:sldChg chg="addSp modSp add mod">
        <pc:chgData name="OM MALLEPELLI" userId="bd6b0d0788565c49" providerId="LiveId" clId="{2D08A2C5-2667-4512-ADE6-2895F2FABF60}" dt="2026-10-09T06:47:00.896" v="926" actId="20577"/>
        <pc:sldMkLst>
          <pc:docMk/>
          <pc:sldMk cId="1101458507" sldId="276"/>
        </pc:sldMkLst>
        <pc:spChg chg="add mod">
          <ac:chgData name="OM MALLEPELLI" userId="bd6b0d0788565c49" providerId="LiveId" clId="{2D08A2C5-2667-4512-ADE6-2895F2FABF60}" dt="2026-10-09T06:44:55.354" v="920" actId="1076"/>
          <ac:spMkLst>
            <pc:docMk/>
            <pc:sldMk cId="1101458507" sldId="276"/>
            <ac:spMk id="3" creationId="{B2B02763-F884-8C5F-89BE-A2529F2A5706}"/>
          </ac:spMkLst>
        </pc:spChg>
        <pc:spChg chg="mod">
          <ac:chgData name="OM MALLEPELLI" userId="bd6b0d0788565c49" providerId="LiveId" clId="{2D08A2C5-2667-4512-ADE6-2895F2FABF60}" dt="2026-10-09T06:47:00.896" v="926" actId="20577"/>
          <ac:spMkLst>
            <pc:docMk/>
            <pc:sldMk cId="1101458507" sldId="276"/>
            <ac:spMk id="22" creationId="{91D764C7-D149-4872-9D06-07B78FDAD1A4}"/>
          </ac:spMkLst>
        </pc:spChg>
        <pc:spChg chg="add mod">
          <ac:chgData name="OM MALLEPELLI" userId="bd6b0d0788565c49" providerId="LiveId" clId="{2D08A2C5-2667-4512-ADE6-2895F2FABF60}" dt="2026-10-09T06:45:11.370" v="924" actId="1076"/>
          <ac:spMkLst>
            <pc:docMk/>
            <pc:sldMk cId="1101458507" sldId="276"/>
            <ac:spMk id="24" creationId="{33302ECC-791C-8851-4275-9086F20DF173}"/>
          </ac:spMkLst>
        </pc:spChg>
      </pc:sldChg>
      <pc:sldChg chg="addSp delSp modSp add mod">
        <pc:chgData name="OM MALLEPELLI" userId="bd6b0d0788565c49" providerId="LiveId" clId="{2D08A2C5-2667-4512-ADE6-2895F2FABF60}" dt="2026-10-09T17:46:05.032" v="1334" actId="20577"/>
        <pc:sldMkLst>
          <pc:docMk/>
          <pc:sldMk cId="2890227505" sldId="277"/>
        </pc:sldMkLst>
        <pc:spChg chg="del mod">
          <ac:chgData name="OM MALLEPELLI" userId="bd6b0d0788565c49" providerId="LiveId" clId="{2D08A2C5-2667-4512-ADE6-2895F2FABF60}" dt="2026-10-09T06:51:02.352" v="986"/>
          <ac:spMkLst>
            <pc:docMk/>
            <pc:sldMk cId="2890227505" sldId="277"/>
            <ac:spMk id="3" creationId="{C4CD9D41-D474-37E1-FB47-A0734BDF7DB3}"/>
          </ac:spMkLst>
        </pc:spChg>
        <pc:spChg chg="add del">
          <ac:chgData name="OM MALLEPELLI" userId="bd6b0d0788565c49" providerId="LiveId" clId="{2D08A2C5-2667-4512-ADE6-2895F2FABF60}" dt="2026-10-09T06:57:13.456" v="1050" actId="478"/>
          <ac:spMkLst>
            <pc:docMk/>
            <pc:sldMk cId="2890227505" sldId="277"/>
            <ac:spMk id="6" creationId="{B9D18507-5499-5296-9CB9-A4A571C09135}"/>
          </ac:spMkLst>
        </pc:spChg>
        <pc:spChg chg="add del mod">
          <ac:chgData name="OM MALLEPELLI" userId="bd6b0d0788565c49" providerId="LiveId" clId="{2D08A2C5-2667-4512-ADE6-2895F2FABF60}" dt="2026-10-09T06:57:13.456" v="1050" actId="478"/>
          <ac:spMkLst>
            <pc:docMk/>
            <pc:sldMk cId="2890227505" sldId="277"/>
            <ac:spMk id="9" creationId="{03478607-9609-E2FD-B433-BA4B6F27F04A}"/>
          </ac:spMkLst>
        </pc:spChg>
        <pc:spChg chg="add del mod">
          <ac:chgData name="OM MALLEPELLI" userId="bd6b0d0788565c49" providerId="LiveId" clId="{2D08A2C5-2667-4512-ADE6-2895F2FABF60}" dt="2026-10-09T17:46:05.032" v="1334" actId="20577"/>
          <ac:spMkLst>
            <pc:docMk/>
            <pc:sldMk cId="2890227505" sldId="277"/>
            <ac:spMk id="22" creationId="{F8F05DE3-4AB7-CB2F-FE1F-CF0A0A0A3217}"/>
          </ac:spMkLst>
        </pc:spChg>
        <pc:spChg chg="add del mod">
          <ac:chgData name="OM MALLEPELLI" userId="bd6b0d0788565c49" providerId="LiveId" clId="{2D08A2C5-2667-4512-ADE6-2895F2FABF60}" dt="2026-10-09T06:57:17.908" v="1054"/>
          <ac:spMkLst>
            <pc:docMk/>
            <pc:sldMk cId="2890227505" sldId="277"/>
            <ac:spMk id="23" creationId="{3CB189D0-58C7-B1BB-DEED-6E458EDA405B}"/>
          </ac:spMkLst>
        </pc:spChg>
        <pc:spChg chg="del mod">
          <ac:chgData name="OM MALLEPELLI" userId="bd6b0d0788565c49" providerId="LiveId" clId="{2D08A2C5-2667-4512-ADE6-2895F2FABF60}" dt="2026-10-09T06:51:02.353" v="988"/>
          <ac:spMkLst>
            <pc:docMk/>
            <pc:sldMk cId="2890227505" sldId="277"/>
            <ac:spMk id="24" creationId="{89918BE3-2447-50FF-5B36-81E3B257A040}"/>
          </ac:spMkLst>
        </pc:spChg>
        <pc:spChg chg="add del mod">
          <ac:chgData name="OM MALLEPELLI" userId="bd6b0d0788565c49" providerId="LiveId" clId="{2D08A2C5-2667-4512-ADE6-2895F2FABF60}" dt="2026-10-09T06:57:17.908" v="1056"/>
          <ac:spMkLst>
            <pc:docMk/>
            <pc:sldMk cId="2890227505" sldId="277"/>
            <ac:spMk id="26" creationId="{2E75F778-6587-C512-4F6C-C3A77ACDBAF6}"/>
          </ac:spMkLst>
        </pc:spChg>
        <pc:spChg chg="add mod">
          <ac:chgData name="OM MALLEPELLI" userId="bd6b0d0788565c49" providerId="LiveId" clId="{2D08A2C5-2667-4512-ADE6-2895F2FABF60}" dt="2026-10-09T06:59:08.155" v="1082" actId="1076"/>
          <ac:spMkLst>
            <pc:docMk/>
            <pc:sldMk cId="2890227505" sldId="277"/>
            <ac:spMk id="28" creationId="{F0004CBC-9996-B96A-3999-ED799EEB7B09}"/>
          </ac:spMkLst>
        </pc:spChg>
        <pc:spChg chg="add del">
          <ac:chgData name="OM MALLEPELLI" userId="bd6b0d0788565c49" providerId="LiveId" clId="{2D08A2C5-2667-4512-ADE6-2895F2FABF60}" dt="2026-10-09T06:57:13.456" v="1050" actId="478"/>
          <ac:spMkLst>
            <pc:docMk/>
            <pc:sldMk cId="2890227505" sldId="277"/>
            <ac:spMk id="30" creationId="{998550FC-2A1B-3610-5F66-CA7336AB8E64}"/>
          </ac:spMkLst>
        </pc:spChg>
        <pc:spChg chg="add mod">
          <ac:chgData name="OM MALLEPELLI" userId="bd6b0d0788565c49" providerId="LiveId" clId="{2D08A2C5-2667-4512-ADE6-2895F2FABF60}" dt="2026-10-09T06:59:15.938" v="1083" actId="1076"/>
          <ac:spMkLst>
            <pc:docMk/>
            <pc:sldMk cId="2890227505" sldId="277"/>
            <ac:spMk id="31" creationId="{62998864-BE9E-8558-9766-3EC1506B95AC}"/>
          </ac:spMkLst>
        </pc:spChg>
        <pc:grpChg chg="add del">
          <ac:chgData name="OM MALLEPELLI" userId="bd6b0d0788565c49" providerId="LiveId" clId="{2D08A2C5-2667-4512-ADE6-2895F2FABF60}" dt="2026-10-09T06:57:13.456" v="1050" actId="478"/>
          <ac:grpSpMkLst>
            <pc:docMk/>
            <pc:sldMk cId="2890227505" sldId="277"/>
            <ac:grpSpMk id="4" creationId="{BE064D5D-F5D0-DB6A-BD23-DEA6F4DD402C}"/>
          </ac:grpSpMkLst>
        </pc:grpChg>
        <pc:grpChg chg="add del">
          <ac:chgData name="OM MALLEPELLI" userId="bd6b0d0788565c49" providerId="LiveId" clId="{2D08A2C5-2667-4512-ADE6-2895F2FABF60}" dt="2026-10-09T06:57:13.456" v="1050" actId="478"/>
          <ac:grpSpMkLst>
            <pc:docMk/>
            <pc:sldMk cId="2890227505" sldId="277"/>
            <ac:grpSpMk id="7" creationId="{7AB512B5-1672-D171-3CCD-FB343D0460DC}"/>
          </ac:grpSpMkLst>
        </pc:grpChg>
        <pc:grpChg chg="add del">
          <ac:chgData name="OM MALLEPELLI" userId="bd6b0d0788565c49" providerId="LiveId" clId="{2D08A2C5-2667-4512-ADE6-2895F2FABF60}" dt="2026-10-09T06:57:13.456" v="1050" actId="478"/>
          <ac:grpSpMkLst>
            <pc:docMk/>
            <pc:sldMk cId="2890227505" sldId="277"/>
            <ac:grpSpMk id="10" creationId="{E09936F4-2583-95C8-93F0-1356FBC007CC}"/>
          </ac:grpSpMkLst>
        </pc:grpChg>
        <pc:grpChg chg="add del">
          <ac:chgData name="OM MALLEPELLI" userId="bd6b0d0788565c49" providerId="LiveId" clId="{2D08A2C5-2667-4512-ADE6-2895F2FABF60}" dt="2026-10-09T06:57:13.456" v="1050" actId="478"/>
          <ac:grpSpMkLst>
            <pc:docMk/>
            <pc:sldMk cId="2890227505" sldId="277"/>
            <ac:grpSpMk id="12" creationId="{E5035969-1606-117A-AFF3-9907BBFEC262}"/>
          </ac:grpSpMkLst>
        </pc:grpChg>
      </pc:sldChg>
      <pc:sldChg chg="modSp add mod">
        <pc:chgData name="OM MALLEPELLI" userId="bd6b0d0788565c49" providerId="LiveId" clId="{2D08A2C5-2667-4512-ADE6-2895F2FABF60}" dt="2026-10-09T17:46:10.017" v="1336" actId="20577"/>
        <pc:sldMkLst>
          <pc:docMk/>
          <pc:sldMk cId="2045446064" sldId="278"/>
        </pc:sldMkLst>
        <pc:spChg chg="mod">
          <ac:chgData name="OM MALLEPELLI" userId="bd6b0d0788565c49" providerId="LiveId" clId="{2D08A2C5-2667-4512-ADE6-2895F2FABF60}" dt="2026-10-09T17:46:10.017" v="1336" actId="20577"/>
          <ac:spMkLst>
            <pc:docMk/>
            <pc:sldMk cId="2045446064" sldId="278"/>
            <ac:spMk id="22" creationId="{2F043D66-FF5F-F97A-DFB4-D04C8543DD72}"/>
          </ac:spMkLst>
        </pc:spChg>
        <pc:spChg chg="mod">
          <ac:chgData name="OM MALLEPELLI" userId="bd6b0d0788565c49" providerId="LiveId" clId="{2D08A2C5-2667-4512-ADE6-2895F2FABF60}" dt="2026-10-09T06:59:37.161" v="1085" actId="20577"/>
          <ac:spMkLst>
            <pc:docMk/>
            <pc:sldMk cId="2045446064" sldId="278"/>
            <ac:spMk id="23" creationId="{F76870A9-B149-709F-D9F3-E2C832175D01}"/>
          </ac:spMkLst>
        </pc:spChg>
        <pc:spChg chg="mod">
          <ac:chgData name="OM MALLEPELLI" userId="bd6b0d0788565c49" providerId="LiveId" clId="{2D08A2C5-2667-4512-ADE6-2895F2FABF60}" dt="2026-10-09T06:59:39.231" v="1087" actId="20577"/>
          <ac:spMkLst>
            <pc:docMk/>
            <pc:sldMk cId="2045446064" sldId="278"/>
            <ac:spMk id="26" creationId="{DEB36CB3-378F-DCC4-C69E-91482DE8C4A8}"/>
          </ac:spMkLst>
        </pc:spChg>
      </pc:sldChg>
      <pc:sldChg chg="addSp delSp modSp add mod modTransition">
        <pc:chgData name="OM MALLEPELLI" userId="bd6b0d0788565c49" providerId="LiveId" clId="{2D08A2C5-2667-4512-ADE6-2895F2FABF60}" dt="2026-10-09T17:26:52.414" v="1173"/>
        <pc:sldMkLst>
          <pc:docMk/>
          <pc:sldMk cId="1039055327" sldId="279"/>
        </pc:sldMkLst>
        <pc:spChg chg="mod">
          <ac:chgData name="OM MALLEPELLI" userId="bd6b0d0788565c49" providerId="LiveId" clId="{2D08A2C5-2667-4512-ADE6-2895F2FABF60}" dt="2026-10-09T07:04:08.571" v="1147" actId="20577"/>
          <ac:spMkLst>
            <pc:docMk/>
            <pc:sldMk cId="1039055327" sldId="279"/>
            <ac:spMk id="20" creationId="{799E6A20-A399-77D2-AAA4-13FB8C3020B6}"/>
          </ac:spMkLst>
        </pc:spChg>
        <pc:spChg chg="add mod">
          <ac:chgData name="OM MALLEPELLI" userId="bd6b0d0788565c49" providerId="LiveId" clId="{2D08A2C5-2667-4512-ADE6-2895F2FABF60}" dt="2026-10-09T07:04:01.994" v="1146" actId="1076"/>
          <ac:spMkLst>
            <pc:docMk/>
            <pc:sldMk cId="1039055327" sldId="279"/>
            <ac:spMk id="22" creationId="{4C60A6F5-7AED-7A48-62B1-C5F4E7518495}"/>
          </ac:spMkLst>
        </pc:spChg>
        <pc:spChg chg="del mod">
          <ac:chgData name="OM MALLEPELLI" userId="bd6b0d0788565c49" providerId="LiveId" clId="{2D08A2C5-2667-4512-ADE6-2895F2FABF60}" dt="2026-10-09T07:03:37.246" v="1145"/>
          <ac:spMkLst>
            <pc:docMk/>
            <pc:sldMk cId="1039055327" sldId="279"/>
            <ac:spMk id="24" creationId="{9A6CA378-A0BB-69C9-2421-BD3FB3B8D115}"/>
          </ac:spMkLst>
        </pc:spChg>
        <pc:spChg chg="del mod">
          <ac:chgData name="OM MALLEPELLI" userId="bd6b0d0788565c49" providerId="LiveId" clId="{2D08A2C5-2667-4512-ADE6-2895F2FABF60}" dt="2026-10-09T07:03:15.667" v="1131"/>
          <ac:spMkLst>
            <pc:docMk/>
            <pc:sldMk cId="1039055327" sldId="279"/>
            <ac:spMk id="28" creationId="{B5A9D908-430B-5540-52CE-A383DD2E07A6}"/>
          </ac:spMkLst>
        </pc:spChg>
      </pc:sldChg>
      <pc:sldChg chg="add">
        <pc:chgData name="OM MALLEPELLI" userId="bd6b0d0788565c49" providerId="LiveId" clId="{2D08A2C5-2667-4512-ADE6-2895F2FABF60}" dt="2026-10-09T07:06:26.177" v="1169" actId="2890"/>
        <pc:sldMkLst>
          <pc:docMk/>
          <pc:sldMk cId="2394826104" sldId="280"/>
        </pc:sldMkLst>
      </pc:sldChg>
      <pc:sldChg chg="addSp delSp modSp add mod">
        <pc:chgData name="OM MALLEPELLI" userId="bd6b0d0788565c49" providerId="LiveId" clId="{2D08A2C5-2667-4512-ADE6-2895F2FABF60}" dt="2026-10-09T17:45:51.121" v="1326" actId="20577"/>
        <pc:sldMkLst>
          <pc:docMk/>
          <pc:sldMk cId="6097795" sldId="281"/>
        </pc:sldMkLst>
        <pc:spChg chg="del mod">
          <ac:chgData name="OM MALLEPELLI" userId="bd6b0d0788565c49" providerId="LiveId" clId="{2D08A2C5-2667-4512-ADE6-2895F2FABF60}" dt="2026-10-09T17:32:29.398" v="1254"/>
          <ac:spMkLst>
            <pc:docMk/>
            <pc:sldMk cId="6097795" sldId="281"/>
            <ac:spMk id="3" creationId="{91CFE7D4-DAE6-30FE-F957-FBC46B2E7ABE}"/>
          </ac:spMkLst>
        </pc:spChg>
        <pc:spChg chg="mod">
          <ac:chgData name="OM MALLEPELLI" userId="bd6b0d0788565c49" providerId="LiveId" clId="{2D08A2C5-2667-4512-ADE6-2895F2FABF60}" dt="2026-10-09T17:32:14.703" v="1245" actId="1076"/>
          <ac:spMkLst>
            <pc:docMk/>
            <pc:sldMk cId="6097795" sldId="281"/>
            <ac:spMk id="17" creationId="{4C3EDE54-C3A9-7935-1F82-512E934B890C}"/>
          </ac:spMkLst>
        </pc:spChg>
        <pc:spChg chg="mod">
          <ac:chgData name="OM MALLEPELLI" userId="bd6b0d0788565c49" providerId="LiveId" clId="{2D08A2C5-2667-4512-ADE6-2895F2FABF60}" dt="2026-10-09T17:32:09.393" v="1241" actId="1076"/>
          <ac:spMkLst>
            <pc:docMk/>
            <pc:sldMk cId="6097795" sldId="281"/>
            <ac:spMk id="19" creationId="{29874FB8-0D74-2A63-98DB-F6E31D26DB3A}"/>
          </ac:spMkLst>
        </pc:spChg>
        <pc:spChg chg="mod">
          <ac:chgData name="OM MALLEPELLI" userId="bd6b0d0788565c49" providerId="LiveId" clId="{2D08A2C5-2667-4512-ADE6-2895F2FABF60}" dt="2026-10-09T17:45:51.121" v="1326" actId="20577"/>
          <ac:spMkLst>
            <pc:docMk/>
            <pc:sldMk cId="6097795" sldId="281"/>
            <ac:spMk id="22" creationId="{8BA217C3-71D4-6220-9F15-D18F8E6B13A9}"/>
          </ac:spMkLst>
        </pc:spChg>
        <pc:spChg chg="del mod">
          <ac:chgData name="OM MALLEPELLI" userId="bd6b0d0788565c49" providerId="LiveId" clId="{2D08A2C5-2667-4512-ADE6-2895F2FABF60}" dt="2026-10-09T17:32:29.400" v="1256"/>
          <ac:spMkLst>
            <pc:docMk/>
            <pc:sldMk cId="6097795" sldId="281"/>
            <ac:spMk id="24" creationId="{FA605CBB-692F-E612-FBB1-2DE70286FCC8}"/>
          </ac:spMkLst>
        </pc:spChg>
        <pc:picChg chg="add mod">
          <ac:chgData name="OM MALLEPELLI" userId="bd6b0d0788565c49" providerId="LiveId" clId="{2D08A2C5-2667-4512-ADE6-2895F2FABF60}" dt="2026-10-09T17:32:35.734" v="1257" actId="1076"/>
          <ac:picMkLst>
            <pc:docMk/>
            <pc:sldMk cId="6097795" sldId="281"/>
            <ac:picMk id="23" creationId="{4DF4966E-11FB-74B6-927C-1DE8FD5D85C5}"/>
          </ac:picMkLst>
        </pc:picChg>
      </pc:sldChg>
      <pc:sldChg chg="addSp delSp modSp add mod">
        <pc:chgData name="OM MALLEPELLI" userId="bd6b0d0788565c49" providerId="LiveId" clId="{2D08A2C5-2667-4512-ADE6-2895F2FABF60}" dt="2026-10-09T17:50:17.934" v="1344" actId="14100"/>
        <pc:sldMkLst>
          <pc:docMk/>
          <pc:sldMk cId="649324113" sldId="282"/>
        </pc:sldMkLst>
        <pc:spChg chg="mod">
          <ac:chgData name="OM MALLEPELLI" userId="bd6b0d0788565c49" providerId="LiveId" clId="{2D08A2C5-2667-4512-ADE6-2895F2FABF60}" dt="2026-10-09T17:45:55.177" v="1329" actId="20577"/>
          <ac:spMkLst>
            <pc:docMk/>
            <pc:sldMk cId="649324113" sldId="282"/>
            <ac:spMk id="22" creationId="{57C8DACE-462D-3655-21A4-1B8F3AB66C16}"/>
          </ac:spMkLst>
        </pc:spChg>
        <pc:picChg chg="add mod">
          <ac:chgData name="OM MALLEPELLI" userId="bd6b0d0788565c49" providerId="LiveId" clId="{2D08A2C5-2667-4512-ADE6-2895F2FABF60}" dt="2026-10-09T17:50:17.934" v="1344" actId="14100"/>
          <ac:picMkLst>
            <pc:docMk/>
            <pc:sldMk cId="649324113" sldId="282"/>
            <ac:picMk id="3" creationId="{0F98BFAB-2E70-E754-E506-1B14B6FBFFDB}"/>
          </ac:picMkLst>
        </pc:picChg>
        <pc:picChg chg="del">
          <ac:chgData name="OM MALLEPELLI" userId="bd6b0d0788565c49" providerId="LiveId" clId="{2D08A2C5-2667-4512-ADE6-2895F2FABF60}" dt="2026-10-09T17:33:00.172" v="1287" actId="478"/>
          <ac:picMkLst>
            <pc:docMk/>
            <pc:sldMk cId="649324113" sldId="282"/>
            <ac:picMk id="23" creationId="{53E44349-867B-B605-1CC9-9239281E0C05}"/>
          </ac:picMkLst>
        </pc:picChg>
      </pc:sldChg>
      <pc:sldChg chg="addSp modSp add mod">
        <pc:chgData name="OM MALLEPELLI" userId="bd6b0d0788565c49" providerId="LiveId" clId="{2D08A2C5-2667-4512-ADE6-2895F2FABF60}" dt="2026-10-09T18:07:18.438" v="1463" actId="14100"/>
        <pc:sldMkLst>
          <pc:docMk/>
          <pc:sldMk cId="3636255526" sldId="283"/>
        </pc:sldMkLst>
        <pc:spChg chg="mod">
          <ac:chgData name="OM MALLEPELLI" userId="bd6b0d0788565c49" providerId="LiveId" clId="{2D08A2C5-2667-4512-ADE6-2895F2FABF60}" dt="2026-10-09T17:45:58.527" v="1332" actId="20577"/>
          <ac:spMkLst>
            <pc:docMk/>
            <pc:sldMk cId="3636255526" sldId="283"/>
            <ac:spMk id="22" creationId="{8AF7A4CE-C75A-7CC9-B368-6A9ADE356625}"/>
          </ac:spMkLst>
        </pc:spChg>
        <pc:picChg chg="add mod">
          <ac:chgData name="OM MALLEPELLI" userId="bd6b0d0788565c49" providerId="LiveId" clId="{2D08A2C5-2667-4512-ADE6-2895F2FABF60}" dt="2026-10-09T18:07:18.438" v="1463" actId="14100"/>
          <ac:picMkLst>
            <pc:docMk/>
            <pc:sldMk cId="3636255526" sldId="283"/>
            <ac:picMk id="3" creationId="{921BE2D5-6690-D33A-0ED7-8C21CBEB694D}"/>
          </ac:picMkLst>
        </pc:picChg>
      </pc:sldChg>
      <pc:sldChg chg="addSp delSp modSp add mod modClrScheme chgLayout">
        <pc:chgData name="OM MALLEPELLI" userId="bd6b0d0788565c49" providerId="LiveId" clId="{2D08A2C5-2667-4512-ADE6-2895F2FABF60}" dt="2026-10-09T18:05:40.286" v="1462" actId="14100"/>
        <pc:sldMkLst>
          <pc:docMk/>
          <pc:sldMk cId="2300136618" sldId="284"/>
        </pc:sldMkLst>
        <pc:spChg chg="mod">
          <ac:chgData name="OM MALLEPELLI" userId="bd6b0d0788565c49" providerId="LiveId" clId="{2D08A2C5-2667-4512-ADE6-2895F2FABF60}" dt="2026-10-09T18:03:20.430" v="1432" actId="1076"/>
          <ac:spMkLst>
            <pc:docMk/>
            <pc:sldMk cId="2300136618" sldId="284"/>
            <ac:spMk id="22" creationId="{831E3103-6675-D7EC-5BB2-07229315C00E}"/>
          </ac:spMkLst>
        </pc:spChg>
        <pc:spChg chg="del mod">
          <ac:chgData name="OM MALLEPELLI" userId="bd6b0d0788565c49" providerId="LiveId" clId="{2D08A2C5-2667-4512-ADE6-2895F2FABF60}" dt="2026-10-09T18:01:12.310" v="1395"/>
          <ac:spMkLst>
            <pc:docMk/>
            <pc:sldMk cId="2300136618" sldId="284"/>
            <ac:spMk id="23" creationId="{45111F86-60CE-3957-E572-B68DA1FA53E7}"/>
          </ac:spMkLst>
        </pc:spChg>
        <pc:spChg chg="add del">
          <ac:chgData name="OM MALLEPELLI" userId="bd6b0d0788565c49" providerId="LiveId" clId="{2D08A2C5-2667-4512-ADE6-2895F2FABF60}" dt="2026-10-09T18:01:18.656" v="1400" actId="478"/>
          <ac:spMkLst>
            <pc:docMk/>
            <pc:sldMk cId="2300136618" sldId="284"/>
            <ac:spMk id="24" creationId="{5C852648-36BA-4696-027B-2352A0F95E39}"/>
          </ac:spMkLst>
        </pc:spChg>
        <pc:spChg chg="del mod">
          <ac:chgData name="OM MALLEPELLI" userId="bd6b0d0788565c49" providerId="LiveId" clId="{2D08A2C5-2667-4512-ADE6-2895F2FABF60}" dt="2026-10-09T18:01:12.313" v="1397"/>
          <ac:spMkLst>
            <pc:docMk/>
            <pc:sldMk cId="2300136618" sldId="284"/>
            <ac:spMk id="26" creationId="{8E2F07BC-F0CB-E538-E5BF-66D7EDD1F6FE}"/>
          </ac:spMkLst>
        </pc:spChg>
        <pc:spChg chg="add del mod ord">
          <ac:chgData name="OM MALLEPELLI" userId="bd6b0d0788565c49" providerId="LiveId" clId="{2D08A2C5-2667-4512-ADE6-2895F2FABF60}" dt="2026-10-09T18:02:25.906" v="1414" actId="700"/>
          <ac:spMkLst>
            <pc:docMk/>
            <pc:sldMk cId="2300136618" sldId="284"/>
            <ac:spMk id="27" creationId="{CF60FDFE-4D5F-AE70-C1D0-A48718C91FEF}"/>
          </ac:spMkLst>
        </pc:spChg>
        <pc:spChg chg="add del mod ord">
          <ac:chgData name="OM MALLEPELLI" userId="bd6b0d0788565c49" providerId="LiveId" clId="{2D08A2C5-2667-4512-ADE6-2895F2FABF60}" dt="2026-10-09T18:02:25.906" v="1414" actId="700"/>
          <ac:spMkLst>
            <pc:docMk/>
            <pc:sldMk cId="2300136618" sldId="284"/>
            <ac:spMk id="28" creationId="{16E7A57D-738C-2291-3A1D-253D5DE5E930}"/>
          </ac:spMkLst>
        </pc:spChg>
        <pc:graphicFrameChg chg="add del mod">
          <ac:chgData name="OM MALLEPELLI" userId="bd6b0d0788565c49" providerId="LiveId" clId="{2D08A2C5-2667-4512-ADE6-2895F2FABF60}" dt="2026-10-09T18:01:18.656" v="1400" actId="478"/>
          <ac:graphicFrameMkLst>
            <pc:docMk/>
            <pc:sldMk cId="2300136618" sldId="284"/>
            <ac:graphicFrameMk id="2" creationId="{104B17A2-1970-DEEE-EA74-CD07B7242501}"/>
          </ac:graphicFrameMkLst>
        </pc:graphicFrameChg>
        <pc:graphicFrameChg chg="add mod modGraphic">
          <ac:chgData name="OM MALLEPELLI" userId="bd6b0d0788565c49" providerId="LiveId" clId="{2D08A2C5-2667-4512-ADE6-2895F2FABF60}" dt="2026-10-09T18:05:11.814" v="1459" actId="14100"/>
          <ac:graphicFrameMkLst>
            <pc:docMk/>
            <pc:sldMk cId="2300136618" sldId="284"/>
            <ac:graphicFrameMk id="25" creationId="{C3DBC7D7-2BFA-F949-93C7-2517DD060672}"/>
          </ac:graphicFrameMkLst>
        </pc:graphicFrameChg>
        <pc:picChg chg="add mod">
          <ac:chgData name="OM MALLEPELLI" userId="bd6b0d0788565c49" providerId="LiveId" clId="{2D08A2C5-2667-4512-ADE6-2895F2FABF60}" dt="2026-10-09T18:05:40.286" v="1462" actId="14100"/>
          <ac:picMkLst>
            <pc:docMk/>
            <pc:sldMk cId="2300136618" sldId="284"/>
            <ac:picMk id="31" creationId="{9AD499CA-9E0F-83E4-D14C-9D49D4A549B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10" Type="http://schemas.openxmlformats.org/officeDocument/2006/relationships/image" Target="../media/image12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10" Type="http://schemas.openxmlformats.org/officeDocument/2006/relationships/image" Target="../media/image13.jpe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10" Type="http://schemas.openxmlformats.org/officeDocument/2006/relationships/image" Target="../media/image14.jpe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10" Type="http://schemas.openxmlformats.org/officeDocument/2006/relationships/image" Target="../media/image15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10" Type="http://schemas.openxmlformats.org/officeDocument/2006/relationships/image" Target="../media/image16.jpe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10" Type="http://schemas.openxmlformats.org/officeDocument/2006/relationships/image" Target="../media/image17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19" y="7511756"/>
            <a:ext cx="18273281" cy="3851542"/>
            <a:chOff x="0" y="0"/>
            <a:chExt cx="24364375" cy="51353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2793750" y="1265932"/>
              <a:ext cx="11570625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7" name="Group 7"/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9" name="Freeform 9"/>
            <p:cNvSpPr/>
            <p:nvPr/>
          </p:nvSpPr>
          <p:spPr>
            <a:xfrm>
              <a:off x="361344" y="212530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8070607" y="2125330"/>
              <a:ext cx="10700964" cy="2503500"/>
              <a:chOff x="0" y="0"/>
              <a:chExt cx="4431982" cy="103686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-72837" r="-41" b="-72169"/>
                </a:stretch>
              </a:blipFill>
            </p:spPr>
          </p:sp>
        </p:grp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13" name="Freeform 13"/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0" y="63503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-12232" y="23308"/>
            <a:ext cx="3655979" cy="2419133"/>
            <a:chOff x="0" y="0"/>
            <a:chExt cx="2494293" cy="1650454"/>
          </a:xfrm>
        </p:grpSpPr>
        <p:sp>
          <p:nvSpPr>
            <p:cNvPr id="16" name="Freeform 16"/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4"/>
              <a:stretch>
                <a:fillRect l="-21533" t="-52205" r="-9221" b="-21530"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0775134" y="-264646"/>
            <a:ext cx="5202741" cy="1217186"/>
            <a:chOff x="0" y="0"/>
            <a:chExt cx="3942766" cy="922414"/>
          </a:xfrm>
        </p:grpSpPr>
        <p:sp>
          <p:nvSpPr>
            <p:cNvPr id="19" name="Freeform 19"/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7"/>
              <a:stretch>
                <a:fillRect l="-94283" t="-93526" r="-46" b="-1"/>
              </a:stretch>
            </a:blipFill>
          </p:spPr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C6A8E44-C530-35A0-EFFA-9ADB95611AD0}"/>
              </a:ext>
            </a:extLst>
          </p:cNvPr>
          <p:cNvSpPr txBox="1"/>
          <p:nvPr/>
        </p:nvSpPr>
        <p:spPr>
          <a:xfrm>
            <a:off x="4149033" y="2619076"/>
            <a:ext cx="858377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A </a:t>
            </a:r>
          </a:p>
          <a:p>
            <a:pPr algn="ctr"/>
            <a:r>
              <a:rPr lang="en-US" sz="4400" b="1" dirty="0"/>
              <a:t>Project Presentation </a:t>
            </a:r>
          </a:p>
          <a:p>
            <a:pPr algn="ctr"/>
            <a:r>
              <a:rPr lang="en-US" sz="4400" b="1" dirty="0"/>
              <a:t>On</a:t>
            </a:r>
          </a:p>
          <a:p>
            <a:pPr algn="ctr"/>
            <a:r>
              <a:rPr lang="en-US" sz="4400" b="1" dirty="0"/>
              <a:t>IOT Scribe System for Visually Impaired Students</a:t>
            </a:r>
            <a:endParaRPr lang="en-IN" sz="44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D5A9BD-40E5-9035-3CA0-8749C15ADE6C}"/>
              </a:ext>
            </a:extLst>
          </p:cNvPr>
          <p:cNvSpPr txBox="1"/>
          <p:nvPr/>
        </p:nvSpPr>
        <p:spPr>
          <a:xfrm>
            <a:off x="1786253" y="4820334"/>
            <a:ext cx="10363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                      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A52F4C-5427-A3AB-702C-C8DE7CF494AE}"/>
              </a:ext>
            </a:extLst>
          </p:cNvPr>
          <p:cNvSpPr txBox="1"/>
          <p:nvPr/>
        </p:nvSpPr>
        <p:spPr>
          <a:xfrm>
            <a:off x="4572000" y="6438900"/>
            <a:ext cx="914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  Team Members:- 1.Sanket </a:t>
            </a:r>
            <a:r>
              <a:rPr lang="en-IN" sz="3600" b="1" dirty="0" err="1"/>
              <a:t>Sherki</a:t>
            </a:r>
            <a:endParaRPr lang="en-IN" sz="3600" b="1" dirty="0"/>
          </a:p>
          <a:p>
            <a:r>
              <a:rPr lang="en-IN" sz="3600" b="1" dirty="0"/>
              <a:t>			       2.Om Rajesh </a:t>
            </a:r>
            <a:r>
              <a:rPr lang="en-IN" sz="3600" b="1" dirty="0" err="1"/>
              <a:t>Mallepelli</a:t>
            </a:r>
            <a:endParaRPr lang="en-IN" sz="3600" b="1" dirty="0"/>
          </a:p>
          <a:p>
            <a:r>
              <a:rPr lang="en-IN" sz="3600" b="1" dirty="0"/>
              <a:t>			       3.Vaishnav </a:t>
            </a:r>
            <a:r>
              <a:rPr lang="en-IN" sz="3600" b="1" dirty="0" err="1"/>
              <a:t>Waghre</a:t>
            </a:r>
            <a:endParaRPr lang="en-IN" sz="3600" b="1" dirty="0"/>
          </a:p>
          <a:p>
            <a:r>
              <a:rPr lang="en-IN" sz="3600" b="1" dirty="0"/>
              <a:t>			       4.Chaitanya </a:t>
            </a:r>
            <a:r>
              <a:rPr lang="en-IN" sz="3600" b="1" dirty="0" err="1"/>
              <a:t>Somuse</a:t>
            </a:r>
            <a:endParaRPr lang="en-IN" sz="3600" b="1" dirty="0"/>
          </a:p>
          <a:p>
            <a:endParaRPr lang="en-IN" sz="3600" b="1" dirty="0"/>
          </a:p>
          <a:p>
            <a:r>
              <a:rPr lang="en-IN" sz="3600" b="1" dirty="0"/>
              <a:t>			      		</a:t>
            </a:r>
            <a:endParaRPr lang="en-IN" sz="3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41629E-BC43-A8C7-23D5-81293237D6B1}"/>
              </a:ext>
            </a:extLst>
          </p:cNvPr>
          <p:cNvSpPr txBox="1"/>
          <p:nvPr/>
        </p:nvSpPr>
        <p:spPr>
          <a:xfrm>
            <a:off x="3352800" y="1185922"/>
            <a:ext cx="1094495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Peoples</a:t>
            </a:r>
            <a:r>
              <a:rPr lang="en-US" sz="4000" b="1" spc="-130" dirty="0"/>
              <a:t> </a:t>
            </a:r>
            <a:r>
              <a:rPr lang="en-US" sz="4000" b="1" dirty="0"/>
              <a:t>Empowerment</a:t>
            </a:r>
            <a:r>
              <a:rPr lang="en-US" sz="4000" b="1" spc="-125" dirty="0"/>
              <a:t> </a:t>
            </a:r>
            <a:r>
              <a:rPr lang="en-US" sz="4000" b="1" spc="-10" dirty="0"/>
              <a:t>Group</a:t>
            </a:r>
            <a:br>
              <a:rPr lang="en-US" sz="4000" b="1" dirty="0"/>
            </a:br>
            <a:r>
              <a:rPr lang="en-US" sz="4000" b="1" dirty="0"/>
              <a:t>ISBM</a:t>
            </a:r>
            <a:r>
              <a:rPr lang="en-US" sz="4000" b="1" spc="-110" dirty="0"/>
              <a:t> </a:t>
            </a:r>
            <a:r>
              <a:rPr lang="en-US" sz="4000" b="1" dirty="0"/>
              <a:t>COLLEGE</a:t>
            </a:r>
            <a:r>
              <a:rPr lang="en-US" sz="4000" b="1" spc="-90" dirty="0"/>
              <a:t> </a:t>
            </a:r>
            <a:r>
              <a:rPr lang="en-US" sz="4000" b="1" dirty="0"/>
              <a:t>OF</a:t>
            </a:r>
            <a:r>
              <a:rPr lang="en-US" sz="4000" b="1" spc="-175" dirty="0"/>
              <a:t> </a:t>
            </a:r>
            <a:r>
              <a:rPr lang="en-US" sz="4000" b="1" spc="-10" dirty="0"/>
              <a:t>ENGINEERING,</a:t>
            </a:r>
            <a:r>
              <a:rPr lang="en-US" sz="4000" b="1" spc="-95" dirty="0"/>
              <a:t> </a:t>
            </a:r>
            <a:r>
              <a:rPr lang="en-US" sz="4000" b="1" dirty="0"/>
              <a:t>NANDE,</a:t>
            </a:r>
            <a:r>
              <a:rPr lang="en-US" sz="4000" b="1" spc="-95" dirty="0"/>
              <a:t> </a:t>
            </a:r>
            <a:r>
              <a:rPr lang="en-US" sz="4000" b="1" spc="-20" dirty="0"/>
              <a:t>PUNE</a:t>
            </a:r>
            <a:endParaRPr lang="en-IN" sz="4000" b="1" dirty="0"/>
          </a:p>
        </p:txBody>
      </p:sp>
      <p:pic>
        <p:nvPicPr>
          <p:cNvPr id="28" name="object 4">
            <a:extLst>
              <a:ext uri="{FF2B5EF4-FFF2-40B4-BE49-F238E27FC236}">
                <a16:creationId xmlns:a16="http://schemas.microsoft.com/office/drawing/2014/main" id="{2E90B70E-8333-9527-FF8E-70065807D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276" y="1200436"/>
            <a:ext cx="1151512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3" name="Freeform 3"/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0" y="63503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12232" y="23308"/>
            <a:ext cx="3655979" cy="2419133"/>
            <a:chOff x="0" y="0"/>
            <a:chExt cx="2494293" cy="1650454"/>
          </a:xfrm>
        </p:grpSpPr>
        <p:sp>
          <p:nvSpPr>
            <p:cNvPr id="6" name="Freeform 6"/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0775134" y="-264646"/>
            <a:ext cx="5202741" cy="1217186"/>
            <a:chOff x="0" y="0"/>
            <a:chExt cx="3942766" cy="922414"/>
          </a:xfrm>
        </p:grpSpPr>
        <p:sp>
          <p:nvSpPr>
            <p:cNvPr id="9" name="Freeform 9"/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4719" y="7511756"/>
            <a:ext cx="18273281" cy="3851542"/>
            <a:chOff x="0" y="0"/>
            <a:chExt cx="24364375" cy="513538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2793750" y="1265932"/>
              <a:ext cx="11570625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7" name="Freeform 17"/>
            <p:cNvSpPr/>
            <p:nvPr/>
          </p:nvSpPr>
          <p:spPr>
            <a:xfrm>
              <a:off x="361344" y="212530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/>
            <p:cNvGrpSpPr>
              <a:grpSpLocks noChangeAspect="1"/>
            </p:cNvGrpSpPr>
            <p:nvPr/>
          </p:nvGrpSpPr>
          <p:grpSpPr>
            <a:xfrm>
              <a:off x="8070607" y="2125330"/>
              <a:ext cx="10700964" cy="2503500"/>
              <a:chOff x="0" y="0"/>
              <a:chExt cx="4431982" cy="103686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</p:sp>
        </p:grpSp>
      </p:grpSp>
      <p:sp>
        <p:nvSpPr>
          <p:cNvPr id="20" name="TextBox 20"/>
          <p:cNvSpPr txBox="1"/>
          <p:nvPr/>
        </p:nvSpPr>
        <p:spPr>
          <a:xfrm>
            <a:off x="-458671" y="886671"/>
            <a:ext cx="18273281" cy="84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1.PROBLEM STATEMENT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DB951B-5D1D-E9A7-6278-01A6561B3A98}"/>
              </a:ext>
            </a:extLst>
          </p:cNvPr>
          <p:cNvSpPr txBox="1"/>
          <p:nvPr/>
        </p:nvSpPr>
        <p:spPr>
          <a:xfrm>
            <a:off x="990600" y="2755995"/>
            <a:ext cx="128778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b="1" dirty="0"/>
              <a:t>The Reality Today:</a:t>
            </a:r>
          </a:p>
          <a:p>
            <a:endParaRPr lang="en-US" sz="4400" b="1" dirty="0"/>
          </a:p>
          <a:p>
            <a:r>
              <a:rPr lang="en-US" sz="4400" dirty="0"/>
              <a:t>• Visually impaired students depend on human scribes</a:t>
            </a:r>
            <a:br>
              <a:rPr lang="en-US" sz="4400" dirty="0"/>
            </a:br>
            <a:r>
              <a:rPr lang="en-US" sz="4400" dirty="0"/>
              <a:t>• Leads to bias, privacy loss &amp; recurring cost</a:t>
            </a:r>
            <a:br>
              <a:rPr lang="en-US" sz="4400" dirty="0"/>
            </a:br>
            <a:r>
              <a:rPr lang="en-US" sz="4400" dirty="0"/>
              <a:t>• Existing digital exams are visual-first</a:t>
            </a:r>
            <a:br>
              <a:rPr lang="en-US" sz="4400" dirty="0"/>
            </a:br>
            <a:r>
              <a:rPr lang="en-US" sz="4400" dirty="0"/>
              <a:t>• Inclusive exam tools are missing</a:t>
            </a:r>
            <a:endParaRPr lang="en-US" sz="4400" b="1" dirty="0"/>
          </a:p>
        </p:txBody>
      </p:sp>
      <p:sp>
        <p:nvSpPr>
          <p:cNvPr id="26" name="AutoShape 10">
            <a:extLst>
              <a:ext uri="{FF2B5EF4-FFF2-40B4-BE49-F238E27FC236}">
                <a16:creationId xmlns:a16="http://schemas.microsoft.com/office/drawing/2014/main" id="{854304AC-8226-93D3-3624-E582D6D4D4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95312BB-FFCF-DC9E-C685-ABEC4039828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00" y="1351070"/>
            <a:ext cx="6691455" cy="77116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7EBC87B-F140-B4FF-21B4-FD64008E7B91}"/>
              </a:ext>
            </a:extLst>
          </p:cNvPr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9ECFC8-7FE0-F2BF-801B-7C1C64063052}"/>
                </a:ext>
              </a:extLst>
            </p:cNvPr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E4D5C67A-C783-55A2-8F49-23247FDA0679}"/>
              </a:ext>
            </a:extLst>
          </p:cNvPr>
          <p:cNvSpPr/>
          <p:nvPr/>
        </p:nvSpPr>
        <p:spPr>
          <a:xfrm>
            <a:off x="0" y="63503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2F940D93-1CFC-9E3A-61A5-117308F18C92}"/>
              </a:ext>
            </a:extLst>
          </p:cNvPr>
          <p:cNvGrpSpPr>
            <a:grpSpLocks noChangeAspect="1"/>
          </p:cNvGrpSpPr>
          <p:nvPr/>
        </p:nvGrpSpPr>
        <p:grpSpPr>
          <a:xfrm>
            <a:off x="-12232" y="23308"/>
            <a:ext cx="3655979" cy="2419133"/>
            <a:chOff x="0" y="0"/>
            <a:chExt cx="2494293" cy="165045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64CF5BC-3206-0B37-692F-0E7CDAF7EED1}"/>
                </a:ext>
              </a:extLst>
            </p:cNvPr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8545940-EA81-F4D0-83AE-D3B01545F295}"/>
              </a:ext>
            </a:extLst>
          </p:cNvPr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B4554CA2-039C-E028-CBC0-3BE29B1A5D81}"/>
              </a:ext>
            </a:extLst>
          </p:cNvPr>
          <p:cNvGrpSpPr>
            <a:grpSpLocks noChangeAspect="1"/>
          </p:cNvGrpSpPr>
          <p:nvPr/>
        </p:nvGrpSpPr>
        <p:grpSpPr>
          <a:xfrm>
            <a:off x="10775134" y="-264646"/>
            <a:ext cx="5202741" cy="1217186"/>
            <a:chOff x="0" y="0"/>
            <a:chExt cx="3942766" cy="922414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86A1221-E1EA-3635-AA89-471F5B952ADC}"/>
                </a:ext>
              </a:extLst>
            </p:cNvPr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F8EF59D6-4C69-1F38-5075-D346612D3855}"/>
              </a:ext>
            </a:extLst>
          </p:cNvPr>
          <p:cNvGrpSpPr/>
          <p:nvPr/>
        </p:nvGrpSpPr>
        <p:grpSpPr>
          <a:xfrm>
            <a:off x="14719" y="7511756"/>
            <a:ext cx="18273281" cy="3851542"/>
            <a:chOff x="0" y="0"/>
            <a:chExt cx="24364375" cy="513538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4C263E6-123F-FB68-0264-07F62AF50B86}"/>
                </a:ext>
              </a:extLst>
            </p:cNvPr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EA2E519-7BA0-8E51-20E1-CE024D3AEE78}"/>
                </a:ext>
              </a:extLst>
            </p:cNvPr>
            <p:cNvSpPr/>
            <p:nvPr/>
          </p:nvSpPr>
          <p:spPr>
            <a:xfrm>
              <a:off x="12793750" y="1265932"/>
              <a:ext cx="11570625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4D3B59C4-2D8C-CA05-81D7-941D69215A7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19" name="Freeform 14">
                <a:extLst>
                  <a:ext uri="{FF2B5EF4-FFF2-40B4-BE49-F238E27FC236}">
                    <a16:creationId xmlns:a16="http://schemas.microsoft.com/office/drawing/2014/main" id="{93B998AC-923A-10FE-D461-E469674B3EA8}"/>
                  </a:ext>
                </a:extLst>
              </p:cNvPr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4" name="Group 15">
              <a:extLst>
                <a:ext uri="{FF2B5EF4-FFF2-40B4-BE49-F238E27FC236}">
                  <a16:creationId xmlns:a16="http://schemas.microsoft.com/office/drawing/2014/main" id="{5D303C58-1DEB-394C-6694-8EC4C75F97B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18" name="Freeform 16">
                <a:extLst>
                  <a:ext uri="{FF2B5EF4-FFF2-40B4-BE49-F238E27FC236}">
                    <a16:creationId xmlns:a16="http://schemas.microsoft.com/office/drawing/2014/main" id="{E302E6E9-849E-1FE5-2DCF-4C5814560A46}"/>
                  </a:ext>
                </a:extLst>
              </p:cNvPr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257D77A8-18AC-41C6-8DDE-19DE1C163445}"/>
                </a:ext>
              </a:extLst>
            </p:cNvPr>
            <p:cNvSpPr/>
            <p:nvPr/>
          </p:nvSpPr>
          <p:spPr>
            <a:xfrm>
              <a:off x="361344" y="212530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6" name="Group 18">
              <a:extLst>
                <a:ext uri="{FF2B5EF4-FFF2-40B4-BE49-F238E27FC236}">
                  <a16:creationId xmlns:a16="http://schemas.microsoft.com/office/drawing/2014/main" id="{7C1E4B2B-37F3-6342-513E-CD2D50F2EF7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70607" y="2125330"/>
              <a:ext cx="10700964" cy="2503500"/>
              <a:chOff x="0" y="0"/>
              <a:chExt cx="4431982" cy="1036866"/>
            </a:xfrm>
          </p:grpSpPr>
          <p:sp>
            <p:nvSpPr>
              <p:cNvPr id="17" name="Freeform 19">
                <a:extLst>
                  <a:ext uri="{FF2B5EF4-FFF2-40B4-BE49-F238E27FC236}">
                    <a16:creationId xmlns:a16="http://schemas.microsoft.com/office/drawing/2014/main" id="{F64F1F93-EF16-BF00-5A09-63174B902A18}"/>
                  </a:ext>
                </a:extLst>
              </p:cNvPr>
              <p:cNvSpPr/>
              <p:nvPr/>
            </p:nvSpPr>
            <p:spPr>
              <a:xfrm>
                <a:off x="0" y="0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</p:sp>
        </p:grp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EC608609-90CA-6D57-DBD4-A6FBB7D7B9F0}"/>
              </a:ext>
            </a:extLst>
          </p:cNvPr>
          <p:cNvSpPr txBox="1"/>
          <p:nvPr/>
        </p:nvSpPr>
        <p:spPr>
          <a:xfrm>
            <a:off x="-145041" y="689057"/>
            <a:ext cx="18273281" cy="84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2.ABSTRACT AND INTRODUCTION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9CA3B7-2FF8-13BB-1315-7705915ADFFB}"/>
              </a:ext>
            </a:extLst>
          </p:cNvPr>
          <p:cNvSpPr txBox="1"/>
          <p:nvPr/>
        </p:nvSpPr>
        <p:spPr>
          <a:xfrm>
            <a:off x="990600" y="2755995"/>
            <a:ext cx="12877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endParaRPr lang="en-US" sz="4400" b="1" dirty="0"/>
          </a:p>
        </p:txBody>
      </p:sp>
      <p:sp>
        <p:nvSpPr>
          <p:cNvPr id="23" name="AutoShape 10">
            <a:extLst>
              <a:ext uri="{FF2B5EF4-FFF2-40B4-BE49-F238E27FC236}">
                <a16:creationId xmlns:a16="http://schemas.microsoft.com/office/drawing/2014/main" id="{3021A91B-F935-D4EE-635E-486AA6A61E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129D88-EFF9-205B-6704-78E2F5680B0C}"/>
              </a:ext>
            </a:extLst>
          </p:cNvPr>
          <p:cNvSpPr txBox="1"/>
          <p:nvPr/>
        </p:nvSpPr>
        <p:spPr>
          <a:xfrm>
            <a:off x="1297863" y="2187049"/>
            <a:ext cx="8522027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Design an assistive examination device for visually impaired students.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Convert examination questions into audio instructions.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Allow students to select answers using dedicated buttons.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Display the selected answer for invigilator verification.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Store examination responses digitally.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Enable wireless transfer of examination data using IoT.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Develop a low-cost and user-friendly solution.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1D429D7-6673-36CD-635A-EE663310778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061" y="2723674"/>
            <a:ext cx="8522027" cy="447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931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FA10F-462E-5F70-F558-362805018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EE736E1-8AAA-DEB1-5454-271CE0C8093F}"/>
              </a:ext>
            </a:extLst>
          </p:cNvPr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6C27B78-18BF-118C-6FAA-7AB9BD2B746F}"/>
                </a:ext>
              </a:extLst>
            </p:cNvPr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769C586C-6181-90F3-2607-C14843B7F41F}"/>
              </a:ext>
            </a:extLst>
          </p:cNvPr>
          <p:cNvSpPr/>
          <p:nvPr/>
        </p:nvSpPr>
        <p:spPr>
          <a:xfrm>
            <a:off x="0" y="63503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90BC27ED-1B39-0680-6897-9852C1128895}"/>
              </a:ext>
            </a:extLst>
          </p:cNvPr>
          <p:cNvGrpSpPr>
            <a:grpSpLocks noChangeAspect="1"/>
          </p:cNvGrpSpPr>
          <p:nvPr/>
        </p:nvGrpSpPr>
        <p:grpSpPr>
          <a:xfrm>
            <a:off x="-12232" y="23308"/>
            <a:ext cx="3655979" cy="2419133"/>
            <a:chOff x="0" y="0"/>
            <a:chExt cx="2494293" cy="165045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ADAA20D-C4C1-BE7F-78C3-249AB9F28708}"/>
                </a:ext>
              </a:extLst>
            </p:cNvPr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E69B015-6B9E-C2CC-D23A-E1C66B1020C4}"/>
              </a:ext>
            </a:extLst>
          </p:cNvPr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7D076D21-1338-3596-0D26-61617ECC8A72}"/>
              </a:ext>
            </a:extLst>
          </p:cNvPr>
          <p:cNvGrpSpPr>
            <a:grpSpLocks noChangeAspect="1"/>
          </p:cNvGrpSpPr>
          <p:nvPr/>
        </p:nvGrpSpPr>
        <p:grpSpPr>
          <a:xfrm>
            <a:off x="10775134" y="-264646"/>
            <a:ext cx="5202741" cy="1217186"/>
            <a:chOff x="0" y="0"/>
            <a:chExt cx="3942766" cy="922414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AFFC5B2-5B66-9D9C-FF8F-FA73140C8C6F}"/>
                </a:ext>
              </a:extLst>
            </p:cNvPr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E5A2BEE4-55FF-3D41-8AFD-6959C80D6363}"/>
              </a:ext>
            </a:extLst>
          </p:cNvPr>
          <p:cNvGrpSpPr/>
          <p:nvPr/>
        </p:nvGrpSpPr>
        <p:grpSpPr>
          <a:xfrm>
            <a:off x="14719" y="7511756"/>
            <a:ext cx="18273281" cy="3851542"/>
            <a:chOff x="0" y="0"/>
            <a:chExt cx="24364375" cy="513538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4851FFD-A343-4EE7-3B96-B14C417F0D3A}"/>
                </a:ext>
              </a:extLst>
            </p:cNvPr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A32BB46-ED2B-DB08-901F-EC3A561D8F21}"/>
                </a:ext>
              </a:extLst>
            </p:cNvPr>
            <p:cNvSpPr/>
            <p:nvPr/>
          </p:nvSpPr>
          <p:spPr>
            <a:xfrm>
              <a:off x="12793750" y="1265932"/>
              <a:ext cx="11570625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4BF92AB9-6386-2557-FD18-09BF71D4E63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19" name="Freeform 14">
                <a:extLst>
                  <a:ext uri="{FF2B5EF4-FFF2-40B4-BE49-F238E27FC236}">
                    <a16:creationId xmlns:a16="http://schemas.microsoft.com/office/drawing/2014/main" id="{65560DDC-17FD-BCAF-33C8-B461B1533C79}"/>
                  </a:ext>
                </a:extLst>
              </p:cNvPr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4" name="Group 15">
              <a:extLst>
                <a:ext uri="{FF2B5EF4-FFF2-40B4-BE49-F238E27FC236}">
                  <a16:creationId xmlns:a16="http://schemas.microsoft.com/office/drawing/2014/main" id="{0A584024-66E4-D286-0291-747AE0A6612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18" name="Freeform 16">
                <a:extLst>
                  <a:ext uri="{FF2B5EF4-FFF2-40B4-BE49-F238E27FC236}">
                    <a16:creationId xmlns:a16="http://schemas.microsoft.com/office/drawing/2014/main" id="{1CC9B8CF-BA91-E688-F30C-B868CE04AB71}"/>
                  </a:ext>
                </a:extLst>
              </p:cNvPr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CC5A58DD-A7BE-1EC1-0B75-33C870DD753E}"/>
                </a:ext>
              </a:extLst>
            </p:cNvPr>
            <p:cNvSpPr/>
            <p:nvPr/>
          </p:nvSpPr>
          <p:spPr>
            <a:xfrm>
              <a:off x="361344" y="212530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6" name="Group 18">
              <a:extLst>
                <a:ext uri="{FF2B5EF4-FFF2-40B4-BE49-F238E27FC236}">
                  <a16:creationId xmlns:a16="http://schemas.microsoft.com/office/drawing/2014/main" id="{A62C369F-299A-CA72-47DC-B54C9B7FB27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70607" y="2125330"/>
              <a:ext cx="10700964" cy="2503500"/>
              <a:chOff x="0" y="0"/>
              <a:chExt cx="4431982" cy="1036866"/>
            </a:xfrm>
          </p:grpSpPr>
          <p:sp>
            <p:nvSpPr>
              <p:cNvPr id="17" name="Freeform 19">
                <a:extLst>
                  <a:ext uri="{FF2B5EF4-FFF2-40B4-BE49-F238E27FC236}">
                    <a16:creationId xmlns:a16="http://schemas.microsoft.com/office/drawing/2014/main" id="{266909A4-CAF3-2293-6BE6-2A30297AC680}"/>
                  </a:ext>
                </a:extLst>
              </p:cNvPr>
              <p:cNvSpPr/>
              <p:nvPr/>
            </p:nvSpPr>
            <p:spPr>
              <a:xfrm>
                <a:off x="0" y="0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</p:sp>
        </p:grp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C7993829-C1C0-17D7-7440-72AF3BDA26F9}"/>
              </a:ext>
            </a:extLst>
          </p:cNvPr>
          <p:cNvSpPr txBox="1"/>
          <p:nvPr/>
        </p:nvSpPr>
        <p:spPr>
          <a:xfrm>
            <a:off x="-351018" y="913661"/>
            <a:ext cx="18273281" cy="784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50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3.Literature Survey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B724EF-5C27-DBF7-694D-42284B3212D1}"/>
              </a:ext>
            </a:extLst>
          </p:cNvPr>
          <p:cNvSpPr txBox="1"/>
          <p:nvPr/>
        </p:nvSpPr>
        <p:spPr>
          <a:xfrm>
            <a:off x="990600" y="2755995"/>
            <a:ext cx="12877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endParaRPr lang="en-US" sz="4400" b="1" dirty="0"/>
          </a:p>
        </p:txBody>
      </p:sp>
      <p:sp>
        <p:nvSpPr>
          <p:cNvPr id="23" name="AutoShape 10">
            <a:extLst>
              <a:ext uri="{FF2B5EF4-FFF2-40B4-BE49-F238E27FC236}">
                <a16:creationId xmlns:a16="http://schemas.microsoft.com/office/drawing/2014/main" id="{FF2496FB-AA78-F1F3-BFBD-192E34A087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82BA18-7FAC-87BC-C203-5C354440F297}"/>
              </a:ext>
            </a:extLst>
          </p:cNvPr>
          <p:cNvSpPr txBox="1"/>
          <p:nvPr/>
        </p:nvSpPr>
        <p:spPr>
          <a:xfrm>
            <a:off x="1309684" y="2407066"/>
            <a:ext cx="1495187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3600" dirty="0"/>
              <a:t>• Paper 1 (2025):Assistive Technologies for the Visually Impaired: A Review. </a:t>
            </a:r>
          </a:p>
          <a:p>
            <a:pPr lvl="0"/>
            <a:r>
              <a:rPr lang="en-IN" sz="3600" dirty="0"/>
              <a:t>• Focus: speech interfaces, multimodal interaction, wearable devices and accessibility. </a:t>
            </a:r>
          </a:p>
          <a:p>
            <a:pPr lvl="0"/>
            <a:r>
              <a:rPr lang="en-IN" sz="3600" dirty="0"/>
              <a:t>• Key relevance: audio and user-friendly assistive interfaces improve accessibility. </a:t>
            </a:r>
          </a:p>
          <a:p>
            <a:pPr lvl="0"/>
            <a:r>
              <a:rPr lang="en-IN" sz="3600" dirty="0"/>
              <a:t>• Paper 2 (2026): IoT-powered Wearable Assist Device for Visually Impaired. </a:t>
            </a:r>
          </a:p>
          <a:p>
            <a:pPr lvl="0"/>
            <a:r>
              <a:rPr lang="en-IN" sz="3600" dirty="0"/>
              <a:t>• Focus: IoT, embedded hardware, sensors and voice feedback. </a:t>
            </a:r>
          </a:p>
          <a:p>
            <a:pPr lvl="0"/>
            <a:r>
              <a:rPr lang="en-IN" sz="3600" dirty="0"/>
              <a:t>• Research gap: many systems focus on mobility/environmental assistance; our project focuses specifically on examination assistance</a:t>
            </a:r>
          </a:p>
        </p:txBody>
      </p:sp>
    </p:spTree>
    <p:extLst>
      <p:ext uri="{BB962C8B-B14F-4D97-AF65-F5344CB8AC3E}">
        <p14:creationId xmlns:p14="http://schemas.microsoft.com/office/powerpoint/2010/main" val="2111357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53773-E77C-6497-61A2-5A2909AA7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C574EC7-77EF-8335-42EF-DAE9A48B1A4E}"/>
              </a:ext>
            </a:extLst>
          </p:cNvPr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CEE1551-DE97-078A-8438-5FA0B972EB22}"/>
                </a:ext>
              </a:extLst>
            </p:cNvPr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649B8D98-FDF1-89C8-7FE7-D8CFD5C6EF41}"/>
              </a:ext>
            </a:extLst>
          </p:cNvPr>
          <p:cNvSpPr/>
          <p:nvPr/>
        </p:nvSpPr>
        <p:spPr>
          <a:xfrm>
            <a:off x="0" y="63503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06CAF6AF-14C2-01D2-03D7-FACF5F2F1DC4}"/>
              </a:ext>
            </a:extLst>
          </p:cNvPr>
          <p:cNvGrpSpPr>
            <a:grpSpLocks noChangeAspect="1"/>
          </p:cNvGrpSpPr>
          <p:nvPr/>
        </p:nvGrpSpPr>
        <p:grpSpPr>
          <a:xfrm>
            <a:off x="14719" y="14599"/>
            <a:ext cx="3655979" cy="2419133"/>
            <a:chOff x="0" y="0"/>
            <a:chExt cx="2494293" cy="165045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1979694-0218-96C2-A41E-212F7F926E3B}"/>
                </a:ext>
              </a:extLst>
            </p:cNvPr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2BE3E62B-34A6-FF06-5FF1-BBC00E8D5813}"/>
              </a:ext>
            </a:extLst>
          </p:cNvPr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0A6273D3-8B58-2A1C-AC4E-CE6A240CE6E0}"/>
              </a:ext>
            </a:extLst>
          </p:cNvPr>
          <p:cNvGrpSpPr>
            <a:grpSpLocks noChangeAspect="1"/>
          </p:cNvGrpSpPr>
          <p:nvPr/>
        </p:nvGrpSpPr>
        <p:grpSpPr>
          <a:xfrm>
            <a:off x="10749915" y="559"/>
            <a:ext cx="5202741" cy="1217186"/>
            <a:chOff x="0" y="0"/>
            <a:chExt cx="3942766" cy="922414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904F937-9E45-D6FE-74BA-30F9F0FA0159}"/>
                </a:ext>
              </a:extLst>
            </p:cNvPr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555877D-FA4A-0307-DAE5-81A0690F2179}"/>
              </a:ext>
            </a:extLst>
          </p:cNvPr>
          <p:cNvGrpSpPr/>
          <p:nvPr/>
        </p:nvGrpSpPr>
        <p:grpSpPr>
          <a:xfrm>
            <a:off x="-12826" y="6762150"/>
            <a:ext cx="18273281" cy="3851542"/>
            <a:chOff x="0" y="0"/>
            <a:chExt cx="24364375" cy="513538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7E6FA4F-A3F9-A9D5-F3E3-1344D92FECEC}"/>
                </a:ext>
              </a:extLst>
            </p:cNvPr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E7A8562-B183-A2A2-B020-258EEB865792}"/>
                </a:ext>
              </a:extLst>
            </p:cNvPr>
            <p:cNvSpPr/>
            <p:nvPr/>
          </p:nvSpPr>
          <p:spPr>
            <a:xfrm>
              <a:off x="12793750" y="1265932"/>
              <a:ext cx="11570625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9A0BA2CA-41FE-D603-0625-BDAE47E7D8A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19" name="Freeform 14">
                <a:extLst>
                  <a:ext uri="{FF2B5EF4-FFF2-40B4-BE49-F238E27FC236}">
                    <a16:creationId xmlns:a16="http://schemas.microsoft.com/office/drawing/2014/main" id="{C380112F-0899-78C7-CEB9-F17690568277}"/>
                  </a:ext>
                </a:extLst>
              </p:cNvPr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4" name="Group 15">
              <a:extLst>
                <a:ext uri="{FF2B5EF4-FFF2-40B4-BE49-F238E27FC236}">
                  <a16:creationId xmlns:a16="http://schemas.microsoft.com/office/drawing/2014/main" id="{68644CB9-4320-154C-CFF4-8F8BFB4B1FF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18" name="Freeform 16">
                <a:extLst>
                  <a:ext uri="{FF2B5EF4-FFF2-40B4-BE49-F238E27FC236}">
                    <a16:creationId xmlns:a16="http://schemas.microsoft.com/office/drawing/2014/main" id="{92564144-942B-43FC-C7EF-F5D9674A40A3}"/>
                  </a:ext>
                </a:extLst>
              </p:cNvPr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A3913B61-19EF-7F44-8352-57ABA9CCD3A8}"/>
                </a:ext>
              </a:extLst>
            </p:cNvPr>
            <p:cNvSpPr/>
            <p:nvPr/>
          </p:nvSpPr>
          <p:spPr>
            <a:xfrm>
              <a:off x="361344" y="212530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6" name="Group 18">
              <a:extLst>
                <a:ext uri="{FF2B5EF4-FFF2-40B4-BE49-F238E27FC236}">
                  <a16:creationId xmlns:a16="http://schemas.microsoft.com/office/drawing/2014/main" id="{745949F4-995A-E58A-46AF-EF423723954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70607" y="2125330"/>
              <a:ext cx="10700964" cy="2503500"/>
              <a:chOff x="0" y="0"/>
              <a:chExt cx="4431982" cy="1036866"/>
            </a:xfrm>
          </p:grpSpPr>
          <p:sp>
            <p:nvSpPr>
              <p:cNvPr id="17" name="Freeform 19">
                <a:extLst>
                  <a:ext uri="{FF2B5EF4-FFF2-40B4-BE49-F238E27FC236}">
                    <a16:creationId xmlns:a16="http://schemas.microsoft.com/office/drawing/2014/main" id="{1D590781-08EF-8679-8B72-DB14A19A419F}"/>
                  </a:ext>
                </a:extLst>
              </p:cNvPr>
              <p:cNvSpPr/>
              <p:nvPr/>
            </p:nvSpPr>
            <p:spPr>
              <a:xfrm>
                <a:off x="0" y="0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</p:sp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AC45946-46B5-3B7D-92BF-682F340E1DAF}"/>
              </a:ext>
            </a:extLst>
          </p:cNvPr>
          <p:cNvSpPr txBox="1"/>
          <p:nvPr/>
        </p:nvSpPr>
        <p:spPr>
          <a:xfrm>
            <a:off x="990600" y="2755995"/>
            <a:ext cx="12877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endParaRPr lang="en-US" sz="4400" b="1" dirty="0"/>
          </a:p>
        </p:txBody>
      </p:sp>
      <p:sp>
        <p:nvSpPr>
          <p:cNvPr id="23" name="AutoShape 10">
            <a:extLst>
              <a:ext uri="{FF2B5EF4-FFF2-40B4-BE49-F238E27FC236}">
                <a16:creationId xmlns:a16="http://schemas.microsoft.com/office/drawing/2014/main" id="{0AADB65F-6FF9-C872-E37C-10D1AE37B4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D8550F8-020F-77D7-53D4-5D566F0E613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189" y="-11470"/>
            <a:ext cx="14630400" cy="1029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979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92B2E-B29A-B16C-9805-93DE3FE38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F55EC4E-9EBA-B0C8-3E3E-74A7393C8B43}"/>
              </a:ext>
            </a:extLst>
          </p:cNvPr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28766CB-4EA8-75AF-0CDC-74EC0A169E5A}"/>
                </a:ext>
              </a:extLst>
            </p:cNvPr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40665988-C68B-4D9B-6558-0768BEC4EB9D}"/>
              </a:ext>
            </a:extLst>
          </p:cNvPr>
          <p:cNvSpPr/>
          <p:nvPr/>
        </p:nvSpPr>
        <p:spPr>
          <a:xfrm>
            <a:off x="-89661" y="-71547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2DAF81BC-C55C-1330-9A5E-9FD5AAB89368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-106487"/>
            <a:ext cx="3655979" cy="2419133"/>
            <a:chOff x="0" y="0"/>
            <a:chExt cx="2494293" cy="165045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1761B52-0107-3E19-2F3C-79425B92B51D}"/>
                </a:ext>
              </a:extLst>
            </p:cNvPr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0A147FA0-BF78-FA1C-DE37-F81E43015D03}"/>
              </a:ext>
            </a:extLst>
          </p:cNvPr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30B33295-F11C-CDAA-E0BC-FEF54A13A492}"/>
              </a:ext>
            </a:extLst>
          </p:cNvPr>
          <p:cNvGrpSpPr>
            <a:grpSpLocks noChangeAspect="1"/>
          </p:cNvGrpSpPr>
          <p:nvPr/>
        </p:nvGrpSpPr>
        <p:grpSpPr>
          <a:xfrm>
            <a:off x="10591800" y="-21357"/>
            <a:ext cx="5202741" cy="1217186"/>
            <a:chOff x="0" y="0"/>
            <a:chExt cx="3942766" cy="922414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FF5F09B-E8EB-0CA0-68AA-3FA037CB27C1}"/>
                </a:ext>
              </a:extLst>
            </p:cNvPr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50EC2293-9A41-1E9A-E566-C824F0B92B29}"/>
              </a:ext>
            </a:extLst>
          </p:cNvPr>
          <p:cNvGrpSpPr/>
          <p:nvPr/>
        </p:nvGrpSpPr>
        <p:grpSpPr>
          <a:xfrm>
            <a:off x="14719" y="7511756"/>
            <a:ext cx="18273281" cy="3851542"/>
            <a:chOff x="0" y="0"/>
            <a:chExt cx="24364375" cy="513538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8F07D6D-E303-61F4-D0DB-78E152D06A3A}"/>
                </a:ext>
              </a:extLst>
            </p:cNvPr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F1B62892-8A62-D7D3-E709-E4F7AAC2FD36}"/>
                </a:ext>
              </a:extLst>
            </p:cNvPr>
            <p:cNvSpPr/>
            <p:nvPr/>
          </p:nvSpPr>
          <p:spPr>
            <a:xfrm>
              <a:off x="12793750" y="1265932"/>
              <a:ext cx="11570625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5671391D-1FD3-5B0A-ACCF-06D59C1629E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D61101A0-1255-68D7-A973-D740AC68A55F}"/>
                  </a:ext>
                </a:extLst>
              </p:cNvPr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2B087326-8735-FE7F-7F5A-0D41652B4E5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21C41538-0F30-2CE9-F81C-152657459DD2}"/>
                  </a:ext>
                </a:extLst>
              </p:cNvPr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4B94E590-AD59-19F0-48BE-721A1816D30B}"/>
                </a:ext>
              </a:extLst>
            </p:cNvPr>
            <p:cNvSpPr/>
            <p:nvPr/>
          </p:nvSpPr>
          <p:spPr>
            <a:xfrm>
              <a:off x="361344" y="212530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565A1808-0AA9-190C-AD27-CC8AB9EEDEE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70607" y="2125330"/>
              <a:ext cx="10700964" cy="2503500"/>
              <a:chOff x="0" y="0"/>
              <a:chExt cx="4431982" cy="1036866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B3E0BB65-9C23-99EB-2A32-17B8C151BC4C}"/>
                  </a:ext>
                </a:extLst>
              </p:cNvPr>
              <p:cNvSpPr/>
              <p:nvPr/>
            </p:nvSpPr>
            <p:spPr>
              <a:xfrm>
                <a:off x="0" y="0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</p:sp>
        </p:grp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3CCB5A3A-84CD-CB64-4161-305C002BA43F}"/>
              </a:ext>
            </a:extLst>
          </p:cNvPr>
          <p:cNvSpPr txBox="1"/>
          <p:nvPr/>
        </p:nvSpPr>
        <p:spPr>
          <a:xfrm>
            <a:off x="2493526" y="353749"/>
            <a:ext cx="12018663" cy="1754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5.Software Requirement Specification - Functional</a:t>
            </a:r>
          </a:p>
        </p:txBody>
      </p:sp>
      <p:sp>
        <p:nvSpPr>
          <p:cNvPr id="26" name="AutoShape 2" descr="Generated image">
            <a:extLst>
              <a:ext uri="{FF2B5EF4-FFF2-40B4-BE49-F238E27FC236}">
                <a16:creationId xmlns:a16="http://schemas.microsoft.com/office/drawing/2014/main" id="{7C2FB42E-04F6-FC71-8C72-554814BBF4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982040" y="4991100"/>
            <a:ext cx="4026538" cy="4026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" name="AutoShape 4" descr="Generated image">
            <a:extLst>
              <a:ext uri="{FF2B5EF4-FFF2-40B4-BE49-F238E27FC236}">
                <a16:creationId xmlns:a16="http://schemas.microsoft.com/office/drawing/2014/main" id="{36E3874E-D421-A99E-BDDF-A08540266F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F8F6F5-2BF7-D5FA-433A-4ACD4020CBF3}"/>
              </a:ext>
            </a:extLst>
          </p:cNvPr>
          <p:cNvSpPr txBox="1"/>
          <p:nvPr/>
        </p:nvSpPr>
        <p:spPr>
          <a:xfrm>
            <a:off x="1474573" y="2744420"/>
            <a:ext cx="782182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Student Device</a:t>
            </a:r>
            <a:endParaRPr lang="en-IN" sz="3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Play current question audio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Repeat question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Pause/resume audio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Select options A–D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Change selected answer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Confirm answer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Store answer locally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Synchronize answers with server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Retry pending answers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52BABA-5B36-771A-A5A2-A20A852A87A1}"/>
              </a:ext>
            </a:extLst>
          </p:cNvPr>
          <p:cNvSpPr txBox="1"/>
          <p:nvPr/>
        </p:nvSpPr>
        <p:spPr>
          <a:xfrm>
            <a:off x="9500182" y="2676500"/>
            <a:ext cx="918620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Central System</a:t>
            </a:r>
            <a:endParaRPr lang="en-IN" sz="3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Register examination devices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Associate device with student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Receive answer records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Store answers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Track synchronization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Monitor device status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Display examination progress</a:t>
            </a:r>
          </a:p>
        </p:txBody>
      </p:sp>
    </p:spTree>
    <p:extLst>
      <p:ext uri="{BB962C8B-B14F-4D97-AF65-F5344CB8AC3E}">
        <p14:creationId xmlns:p14="http://schemas.microsoft.com/office/powerpoint/2010/main" val="3000324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34122-F47F-E91C-EDF2-A60EF2797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085925A-5CB2-F78E-AEF6-65911C84AE30}"/>
              </a:ext>
            </a:extLst>
          </p:cNvPr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C658E2D-1CC7-0B3C-AF02-EA6903853343}"/>
                </a:ext>
              </a:extLst>
            </p:cNvPr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C9D91E60-6E00-89A6-14B9-087CA269A253}"/>
              </a:ext>
            </a:extLst>
          </p:cNvPr>
          <p:cNvSpPr/>
          <p:nvPr/>
        </p:nvSpPr>
        <p:spPr>
          <a:xfrm>
            <a:off x="-89661" y="-71547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A80085EF-099C-7829-7BC0-733C48A0F2DE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-106487"/>
            <a:ext cx="3655979" cy="2419133"/>
            <a:chOff x="0" y="0"/>
            <a:chExt cx="2494293" cy="165045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945954E-FFE3-763A-8FB8-9FA3B09FB040}"/>
                </a:ext>
              </a:extLst>
            </p:cNvPr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2D6C32C8-AC49-2F90-B790-F8EEEDD70DE9}"/>
              </a:ext>
            </a:extLst>
          </p:cNvPr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41885CE7-F750-C225-55A1-195DBF857145}"/>
              </a:ext>
            </a:extLst>
          </p:cNvPr>
          <p:cNvGrpSpPr>
            <a:grpSpLocks noChangeAspect="1"/>
          </p:cNvGrpSpPr>
          <p:nvPr/>
        </p:nvGrpSpPr>
        <p:grpSpPr>
          <a:xfrm>
            <a:off x="10591800" y="-21357"/>
            <a:ext cx="5202741" cy="1217186"/>
            <a:chOff x="0" y="0"/>
            <a:chExt cx="3942766" cy="922414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2674978-C0E9-DE5A-3F77-1D0003A56AE6}"/>
                </a:ext>
              </a:extLst>
            </p:cNvPr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B480340C-056C-6E4B-1E85-F9F6CD0258A9}"/>
              </a:ext>
            </a:extLst>
          </p:cNvPr>
          <p:cNvGrpSpPr/>
          <p:nvPr/>
        </p:nvGrpSpPr>
        <p:grpSpPr>
          <a:xfrm>
            <a:off x="14719" y="7511756"/>
            <a:ext cx="18273281" cy="3851542"/>
            <a:chOff x="0" y="0"/>
            <a:chExt cx="24364375" cy="513538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901ABD5-6956-FE28-7476-E3403C3062C6}"/>
                </a:ext>
              </a:extLst>
            </p:cNvPr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557A4C08-0255-397D-C1B2-48B0D8D4D677}"/>
                </a:ext>
              </a:extLst>
            </p:cNvPr>
            <p:cNvSpPr/>
            <p:nvPr/>
          </p:nvSpPr>
          <p:spPr>
            <a:xfrm>
              <a:off x="12793750" y="1265932"/>
              <a:ext cx="11570625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C01720D7-948C-4FFB-2492-3E36909C806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A736B238-770C-F1E1-66D1-CAA58D8A7341}"/>
                  </a:ext>
                </a:extLst>
              </p:cNvPr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F5627ABA-865D-764F-1BF2-55F28D83D89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9AEACF8C-99FA-37BC-752C-9A3DD70ED3CA}"/>
                  </a:ext>
                </a:extLst>
              </p:cNvPr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79EA6EE-BE92-2A18-FF8C-28096120B7D0}"/>
                </a:ext>
              </a:extLst>
            </p:cNvPr>
            <p:cNvSpPr/>
            <p:nvPr/>
          </p:nvSpPr>
          <p:spPr>
            <a:xfrm>
              <a:off x="361344" y="212530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ECD62F86-9C59-346F-DA2E-627596977CC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70607" y="2125330"/>
              <a:ext cx="10700964" cy="2503500"/>
              <a:chOff x="0" y="0"/>
              <a:chExt cx="4431982" cy="1036866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3A2D7BCD-C259-07D2-B4BA-BBED7DCAFD07}"/>
                  </a:ext>
                </a:extLst>
              </p:cNvPr>
              <p:cNvSpPr/>
              <p:nvPr/>
            </p:nvSpPr>
            <p:spPr>
              <a:xfrm>
                <a:off x="0" y="0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</p:sp>
        </p:grp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799E6A20-A399-77D2-AAA4-13FB8C3020B6}"/>
              </a:ext>
            </a:extLst>
          </p:cNvPr>
          <p:cNvSpPr txBox="1"/>
          <p:nvPr/>
        </p:nvSpPr>
        <p:spPr>
          <a:xfrm>
            <a:off x="2493526" y="353749"/>
            <a:ext cx="12018663" cy="1754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5.Software Requirement Specification – </a:t>
            </a:r>
          </a:p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Non-Functional</a:t>
            </a:r>
          </a:p>
        </p:txBody>
      </p:sp>
      <p:sp>
        <p:nvSpPr>
          <p:cNvPr id="26" name="AutoShape 2" descr="Generated image">
            <a:extLst>
              <a:ext uri="{FF2B5EF4-FFF2-40B4-BE49-F238E27FC236}">
                <a16:creationId xmlns:a16="http://schemas.microsoft.com/office/drawing/2014/main" id="{AEC549A4-BF14-2F90-1A24-7498AC87E9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982040" y="4991100"/>
            <a:ext cx="4026538" cy="4026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" name="AutoShape 4" descr="Generated image">
            <a:extLst>
              <a:ext uri="{FF2B5EF4-FFF2-40B4-BE49-F238E27FC236}">
                <a16:creationId xmlns:a16="http://schemas.microsoft.com/office/drawing/2014/main" id="{D725CAE0-5CE5-38DD-B39F-9F3A1F94C9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60A6F5-7AED-7A48-62B1-C5F4E7518495}"/>
              </a:ext>
            </a:extLst>
          </p:cNvPr>
          <p:cNvSpPr txBox="1"/>
          <p:nvPr/>
        </p:nvSpPr>
        <p:spPr>
          <a:xfrm>
            <a:off x="1651980" y="2770102"/>
            <a:ext cx="918620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Non-Functional Requirements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Accessibility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Reliability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Low response time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Offline tolerance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Data integrity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Security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Scalability for multiple devices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Simple user interaction</a:t>
            </a:r>
          </a:p>
        </p:txBody>
      </p:sp>
    </p:spTree>
    <p:extLst>
      <p:ext uri="{BB962C8B-B14F-4D97-AF65-F5344CB8AC3E}">
        <p14:creationId xmlns:p14="http://schemas.microsoft.com/office/powerpoint/2010/main" val="1039055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D5B63E88-4578-D3A9-F663-A80F839BDD63}"/>
              </a:ext>
            </a:extLst>
          </p:cNvPr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2E4EF4E5-D9E9-55EF-9333-28B79C727401}"/>
                </a:ext>
              </a:extLst>
            </p:cNvPr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6" name="Freeform 4">
            <a:extLst>
              <a:ext uri="{FF2B5EF4-FFF2-40B4-BE49-F238E27FC236}">
                <a16:creationId xmlns:a16="http://schemas.microsoft.com/office/drawing/2014/main" id="{CB623AD8-F448-8818-A096-A62A20B30C55}"/>
              </a:ext>
            </a:extLst>
          </p:cNvPr>
          <p:cNvSpPr/>
          <p:nvPr/>
        </p:nvSpPr>
        <p:spPr>
          <a:xfrm>
            <a:off x="0" y="63503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FDE3CC35-35ED-CC23-213C-5A7DFE43729F}"/>
              </a:ext>
            </a:extLst>
          </p:cNvPr>
          <p:cNvGrpSpPr>
            <a:grpSpLocks noChangeAspect="1"/>
          </p:cNvGrpSpPr>
          <p:nvPr/>
        </p:nvGrpSpPr>
        <p:grpSpPr>
          <a:xfrm>
            <a:off x="-12232" y="23308"/>
            <a:ext cx="3655979" cy="2419133"/>
            <a:chOff x="0" y="0"/>
            <a:chExt cx="2494293" cy="1650454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E86B6BF-2C14-2C20-3ED9-AAD965B5DB17}"/>
                </a:ext>
              </a:extLst>
            </p:cNvPr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9" name="Freeform 7">
            <a:extLst>
              <a:ext uri="{FF2B5EF4-FFF2-40B4-BE49-F238E27FC236}">
                <a16:creationId xmlns:a16="http://schemas.microsoft.com/office/drawing/2014/main" id="{D742779B-7776-DBA5-A0E3-FC068681332F}"/>
              </a:ext>
            </a:extLst>
          </p:cNvPr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8">
            <a:extLst>
              <a:ext uri="{FF2B5EF4-FFF2-40B4-BE49-F238E27FC236}">
                <a16:creationId xmlns:a16="http://schemas.microsoft.com/office/drawing/2014/main" id="{A8A1B773-BF61-DC28-6061-C50FBFA7E806}"/>
              </a:ext>
            </a:extLst>
          </p:cNvPr>
          <p:cNvGrpSpPr>
            <a:grpSpLocks noChangeAspect="1"/>
          </p:cNvGrpSpPr>
          <p:nvPr/>
        </p:nvGrpSpPr>
        <p:grpSpPr>
          <a:xfrm>
            <a:off x="10787517" y="0"/>
            <a:ext cx="5202741" cy="1217186"/>
            <a:chOff x="0" y="0"/>
            <a:chExt cx="3942766" cy="922414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1FAD1790-95EC-0EA6-7078-72A6157DE367}"/>
                </a:ext>
              </a:extLst>
            </p:cNvPr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2" name="Group 10">
            <a:extLst>
              <a:ext uri="{FF2B5EF4-FFF2-40B4-BE49-F238E27FC236}">
                <a16:creationId xmlns:a16="http://schemas.microsoft.com/office/drawing/2014/main" id="{7C7D0933-B46D-3601-C84C-56C3797F1D58}"/>
              </a:ext>
            </a:extLst>
          </p:cNvPr>
          <p:cNvGrpSpPr/>
          <p:nvPr/>
        </p:nvGrpSpPr>
        <p:grpSpPr>
          <a:xfrm>
            <a:off x="-12232" y="6450250"/>
            <a:ext cx="18300232" cy="3851542"/>
            <a:chOff x="0" y="0"/>
            <a:chExt cx="24400310" cy="5135389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8263A10F-412A-82DE-199F-29D6296D9DA9}"/>
                </a:ext>
              </a:extLst>
            </p:cNvPr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531F1844-708B-F071-44C7-FB6D5AE09B32}"/>
                </a:ext>
              </a:extLst>
            </p:cNvPr>
            <p:cNvSpPr/>
            <p:nvPr/>
          </p:nvSpPr>
          <p:spPr>
            <a:xfrm>
              <a:off x="12829684" y="1787219"/>
              <a:ext cx="11570626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grpSp>
          <p:nvGrpSpPr>
            <p:cNvPr id="15" name="Group 13">
              <a:extLst>
                <a:ext uri="{FF2B5EF4-FFF2-40B4-BE49-F238E27FC236}">
                  <a16:creationId xmlns:a16="http://schemas.microsoft.com/office/drawing/2014/main" id="{F952AC08-1D69-018A-5327-FB610EA0A76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21" name="Freeform 14">
                <a:extLst>
                  <a:ext uri="{FF2B5EF4-FFF2-40B4-BE49-F238E27FC236}">
                    <a16:creationId xmlns:a16="http://schemas.microsoft.com/office/drawing/2014/main" id="{315BA1AB-F7D6-8AB5-08A4-1A7B3836BF5B}"/>
                  </a:ext>
                </a:extLst>
              </p:cNvPr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A40D765-E2B5-C909-AAB0-6DB69712FF2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20" name="Freeform 16">
                <a:extLst>
                  <a:ext uri="{FF2B5EF4-FFF2-40B4-BE49-F238E27FC236}">
                    <a16:creationId xmlns:a16="http://schemas.microsoft.com/office/drawing/2014/main" id="{CF76C07C-29C6-61B0-33E7-0205F737C6E6}"/>
                  </a:ext>
                </a:extLst>
              </p:cNvPr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28DA43E-4DDC-F5CB-D805-EB40525700AE}"/>
                </a:ext>
              </a:extLst>
            </p:cNvPr>
            <p:cNvSpPr/>
            <p:nvPr/>
          </p:nvSpPr>
          <p:spPr>
            <a:xfrm>
              <a:off x="407092" y="251152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7ADE1989-D15E-CE60-0670-24DFF4A339E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292184" y="2631981"/>
              <a:ext cx="10700812" cy="2503408"/>
              <a:chOff x="91770" y="209838"/>
              <a:chExt cx="4431919" cy="1036828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EFB55E6C-633B-ECD3-E729-76E3E0392107}"/>
                  </a:ext>
                </a:extLst>
              </p:cNvPr>
              <p:cNvSpPr/>
              <p:nvPr/>
            </p:nvSpPr>
            <p:spPr>
              <a:xfrm>
                <a:off x="91770" y="209838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  <p:txBody>
              <a:bodyPr/>
              <a:lstStyle/>
              <a:p>
                <a:endParaRPr lang="en-IN" dirty="0"/>
              </a:p>
            </p:txBody>
          </p:sp>
        </p:grpSp>
      </p:grpSp>
      <p:sp>
        <p:nvSpPr>
          <p:cNvPr id="22" name="TextBox 20">
            <a:extLst>
              <a:ext uri="{FF2B5EF4-FFF2-40B4-BE49-F238E27FC236}">
                <a16:creationId xmlns:a16="http://schemas.microsoft.com/office/drawing/2014/main" id="{6A6A0C42-06CF-E9FF-E661-2E456E3D3C93}"/>
              </a:ext>
            </a:extLst>
          </p:cNvPr>
          <p:cNvSpPr txBox="1"/>
          <p:nvPr/>
        </p:nvSpPr>
        <p:spPr>
          <a:xfrm>
            <a:off x="1721502" y="510968"/>
            <a:ext cx="13960198" cy="84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6.Proposed System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1B0BC77-489C-619C-1B6F-1907D59FB3E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4611" y="2777714"/>
            <a:ext cx="8762649" cy="520366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0D73E2E-1133-51A0-AE09-A2C153651CB5}"/>
              </a:ext>
            </a:extLst>
          </p:cNvPr>
          <p:cNvSpPr txBox="1"/>
          <p:nvPr/>
        </p:nvSpPr>
        <p:spPr>
          <a:xfrm>
            <a:off x="3028950" y="3886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BE35BA-4849-0038-F302-B0E1C72388EA}"/>
              </a:ext>
            </a:extLst>
          </p:cNvPr>
          <p:cNvSpPr txBox="1"/>
          <p:nvPr/>
        </p:nvSpPr>
        <p:spPr>
          <a:xfrm>
            <a:off x="2057400" y="1800868"/>
            <a:ext cx="9153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Workflow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850BB2-42D0-0F24-D604-21A3E54FD9FB}"/>
              </a:ext>
            </a:extLst>
          </p:cNvPr>
          <p:cNvSpPr txBox="1"/>
          <p:nvPr/>
        </p:nvSpPr>
        <p:spPr>
          <a:xfrm>
            <a:off x="1728876" y="2487338"/>
            <a:ext cx="10076165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Teacher uploads MCQ questions.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ESP32 controls the entire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 err="1"/>
              <a:t>DFPlayer</a:t>
            </a:r>
            <a:r>
              <a:rPr lang="en-IN" sz="3200" dirty="0"/>
              <a:t> Mini plays question audio.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Student listens to: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200" dirty="0"/>
              <a:t>Question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200" dirty="0"/>
              <a:t>Option 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200" dirty="0"/>
              <a:t>Option B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200" dirty="0"/>
              <a:t>Option C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200" dirty="0"/>
              <a:t>Option 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Student presses answer button.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OLED displays selected option.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Answer is stored.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Data is sent via Wi-Fi to teacher/server.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Final score/report is generated.</a:t>
            </a:r>
          </a:p>
        </p:txBody>
      </p:sp>
    </p:spTree>
    <p:extLst>
      <p:ext uri="{BB962C8B-B14F-4D97-AF65-F5344CB8AC3E}">
        <p14:creationId xmlns:p14="http://schemas.microsoft.com/office/powerpoint/2010/main" val="734298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43520-B1DA-F52E-973F-0DB61BE37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B4C3FC8B-CB9E-4D19-3C03-4347D898F103}"/>
              </a:ext>
            </a:extLst>
          </p:cNvPr>
          <p:cNvGrpSpPr>
            <a:grpSpLocks noChangeAspect="1"/>
          </p:cNvGrpSpPr>
          <p:nvPr/>
        </p:nvGrpSpPr>
        <p:grpSpPr>
          <a:xfrm>
            <a:off x="12629034" y="-95612"/>
            <a:ext cx="5682412" cy="3091395"/>
            <a:chOff x="0" y="0"/>
            <a:chExt cx="4230776" cy="2301672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E14A5241-159E-7ED7-63AE-496687E7B656}"/>
                </a:ext>
              </a:extLst>
            </p:cNvPr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6" name="Freeform 4">
            <a:extLst>
              <a:ext uri="{FF2B5EF4-FFF2-40B4-BE49-F238E27FC236}">
                <a16:creationId xmlns:a16="http://schemas.microsoft.com/office/drawing/2014/main" id="{1FBBF4C1-EF88-4A78-BCAC-1710B674D569}"/>
              </a:ext>
            </a:extLst>
          </p:cNvPr>
          <p:cNvSpPr/>
          <p:nvPr/>
        </p:nvSpPr>
        <p:spPr>
          <a:xfrm>
            <a:off x="23446" y="39438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2E52F233-6317-B6BD-F60D-717CCCC88E3B}"/>
              </a:ext>
            </a:extLst>
          </p:cNvPr>
          <p:cNvGrpSpPr>
            <a:grpSpLocks noChangeAspect="1"/>
          </p:cNvGrpSpPr>
          <p:nvPr/>
        </p:nvGrpSpPr>
        <p:grpSpPr>
          <a:xfrm>
            <a:off x="11214" y="-757"/>
            <a:ext cx="3655979" cy="2419133"/>
            <a:chOff x="0" y="0"/>
            <a:chExt cx="2494293" cy="1650454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8991EED5-82B2-4768-CCE0-09C57D810FDE}"/>
                </a:ext>
              </a:extLst>
            </p:cNvPr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9" name="Freeform 7">
            <a:extLst>
              <a:ext uri="{FF2B5EF4-FFF2-40B4-BE49-F238E27FC236}">
                <a16:creationId xmlns:a16="http://schemas.microsoft.com/office/drawing/2014/main" id="{B55DE438-5045-D63E-AB66-DFD3447BF90D}"/>
              </a:ext>
            </a:extLst>
          </p:cNvPr>
          <p:cNvSpPr/>
          <p:nvPr/>
        </p:nvSpPr>
        <p:spPr>
          <a:xfrm>
            <a:off x="8087528" y="-107759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8">
            <a:extLst>
              <a:ext uri="{FF2B5EF4-FFF2-40B4-BE49-F238E27FC236}">
                <a16:creationId xmlns:a16="http://schemas.microsoft.com/office/drawing/2014/main" id="{51ECABC0-02E2-8A0D-7B20-A95DEB5085D1}"/>
              </a:ext>
            </a:extLst>
          </p:cNvPr>
          <p:cNvGrpSpPr>
            <a:grpSpLocks noChangeAspect="1"/>
          </p:cNvGrpSpPr>
          <p:nvPr/>
        </p:nvGrpSpPr>
        <p:grpSpPr>
          <a:xfrm>
            <a:off x="10810963" y="-24065"/>
            <a:ext cx="5202741" cy="1217186"/>
            <a:chOff x="0" y="0"/>
            <a:chExt cx="3942766" cy="922414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D77DA70A-B5CF-911D-28F4-78250F8AEC6F}"/>
                </a:ext>
              </a:extLst>
            </p:cNvPr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2" name="Group 10">
            <a:extLst>
              <a:ext uri="{FF2B5EF4-FFF2-40B4-BE49-F238E27FC236}">
                <a16:creationId xmlns:a16="http://schemas.microsoft.com/office/drawing/2014/main" id="{111A2E19-0179-6CD8-C377-DB4026F27C2E}"/>
              </a:ext>
            </a:extLst>
          </p:cNvPr>
          <p:cNvGrpSpPr/>
          <p:nvPr/>
        </p:nvGrpSpPr>
        <p:grpSpPr>
          <a:xfrm>
            <a:off x="11214" y="6426185"/>
            <a:ext cx="18300232" cy="3851542"/>
            <a:chOff x="0" y="0"/>
            <a:chExt cx="24400310" cy="5135389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AE47D579-D79E-26A7-5420-78CE9E3F178B}"/>
                </a:ext>
              </a:extLst>
            </p:cNvPr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65118A37-517D-35DD-A180-86B842C575E8}"/>
                </a:ext>
              </a:extLst>
            </p:cNvPr>
            <p:cNvSpPr/>
            <p:nvPr/>
          </p:nvSpPr>
          <p:spPr>
            <a:xfrm>
              <a:off x="12829684" y="1787219"/>
              <a:ext cx="11570626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grpSp>
          <p:nvGrpSpPr>
            <p:cNvPr id="15" name="Group 13">
              <a:extLst>
                <a:ext uri="{FF2B5EF4-FFF2-40B4-BE49-F238E27FC236}">
                  <a16:creationId xmlns:a16="http://schemas.microsoft.com/office/drawing/2014/main" id="{D1DBBCEB-5E57-99BD-140F-5DC4B8ACB0C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21" name="Freeform 14">
                <a:extLst>
                  <a:ext uri="{FF2B5EF4-FFF2-40B4-BE49-F238E27FC236}">
                    <a16:creationId xmlns:a16="http://schemas.microsoft.com/office/drawing/2014/main" id="{CAC929E8-3977-4509-9069-0262653FA32D}"/>
                  </a:ext>
                </a:extLst>
              </p:cNvPr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C965EDA-2AE8-2C72-C8EB-02D5ED2D1DE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20" name="Freeform 16">
                <a:extLst>
                  <a:ext uri="{FF2B5EF4-FFF2-40B4-BE49-F238E27FC236}">
                    <a16:creationId xmlns:a16="http://schemas.microsoft.com/office/drawing/2014/main" id="{592E5A68-29A2-C82F-7553-BC6AFAFB55AA}"/>
                  </a:ext>
                </a:extLst>
              </p:cNvPr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A2D19B6D-D6A9-B598-677D-EFBE9302570F}"/>
                </a:ext>
              </a:extLst>
            </p:cNvPr>
            <p:cNvSpPr/>
            <p:nvPr/>
          </p:nvSpPr>
          <p:spPr>
            <a:xfrm>
              <a:off x="407092" y="251152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4EC2839B-787D-C58A-6E4C-6144C15FAC6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292184" y="2631981"/>
              <a:ext cx="10700812" cy="2503408"/>
              <a:chOff x="91770" y="209838"/>
              <a:chExt cx="4431919" cy="1036828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33170FD0-E3B4-227D-5DD4-6C2F5844ACAD}"/>
                  </a:ext>
                </a:extLst>
              </p:cNvPr>
              <p:cNvSpPr/>
              <p:nvPr/>
            </p:nvSpPr>
            <p:spPr>
              <a:xfrm>
                <a:off x="91770" y="209838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  <p:txBody>
              <a:bodyPr/>
              <a:lstStyle/>
              <a:p>
                <a:endParaRPr lang="en-IN" dirty="0"/>
              </a:p>
            </p:txBody>
          </p:sp>
        </p:grpSp>
      </p:grpSp>
      <p:sp>
        <p:nvSpPr>
          <p:cNvPr id="22" name="TextBox 20">
            <a:extLst>
              <a:ext uri="{FF2B5EF4-FFF2-40B4-BE49-F238E27FC236}">
                <a16:creationId xmlns:a16="http://schemas.microsoft.com/office/drawing/2014/main" id="{C2F5A5F6-F928-C379-940A-74EE6096FB86}"/>
              </a:ext>
            </a:extLst>
          </p:cNvPr>
          <p:cNvSpPr txBox="1"/>
          <p:nvPr/>
        </p:nvSpPr>
        <p:spPr>
          <a:xfrm>
            <a:off x="1744948" y="486903"/>
            <a:ext cx="13960198" cy="84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7.Module Split-up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B44FE3-9643-6C97-BC90-BA450ADBEED4}"/>
              </a:ext>
            </a:extLst>
          </p:cNvPr>
          <p:cNvSpPr txBox="1"/>
          <p:nvPr/>
        </p:nvSpPr>
        <p:spPr>
          <a:xfrm>
            <a:off x="3052396" y="38621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7BFC6F-B7CF-FE23-8394-C93D7B6A9971}"/>
              </a:ext>
            </a:extLst>
          </p:cNvPr>
          <p:cNvSpPr txBox="1"/>
          <p:nvPr/>
        </p:nvSpPr>
        <p:spPr>
          <a:xfrm>
            <a:off x="1594979" y="1473059"/>
            <a:ext cx="6723012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2800" dirty="0"/>
          </a:p>
          <a:p>
            <a:pPr>
              <a:buNone/>
            </a:pPr>
            <a:r>
              <a:rPr lang="en-IN" sz="2800" b="1" dirty="0"/>
              <a:t>Module 1 — Audio Question Module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Question audio storage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MP3 playback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Play/pause/resume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Question repetition</a:t>
            </a:r>
          </a:p>
          <a:p>
            <a:pPr>
              <a:buNone/>
            </a:pPr>
            <a:r>
              <a:rPr lang="en-IN" sz="2800" b="1" dirty="0"/>
              <a:t>Module 2 — Student Interaction Module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Keypad scanning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Option selection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Answer modification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Confirmation</a:t>
            </a:r>
          </a:p>
          <a:p>
            <a:pPr>
              <a:buNone/>
            </a:pPr>
            <a:r>
              <a:rPr lang="en-IN" sz="2800" b="1" dirty="0"/>
              <a:t>Module 3 — Local Data Management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Answer storage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Timestamp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Pending/synced status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Recovery after restart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7190D8-7F48-F098-FA9C-12D49313C4DB}"/>
              </a:ext>
            </a:extLst>
          </p:cNvPr>
          <p:cNvSpPr txBox="1"/>
          <p:nvPr/>
        </p:nvSpPr>
        <p:spPr>
          <a:xfrm>
            <a:off x="8858047" y="1802597"/>
            <a:ext cx="9158748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Module 4 — IoT Communication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Wi-Fi connection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Device identification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Answer transmission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Acknowledgement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Retry mechanism</a:t>
            </a:r>
            <a:endParaRPr lang="en-IN" sz="2800" b="1" dirty="0"/>
          </a:p>
          <a:p>
            <a:pPr>
              <a:buNone/>
            </a:pPr>
            <a:r>
              <a:rPr lang="en-IN" sz="2800" b="1" dirty="0"/>
              <a:t>Module 5 — Central Backend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API/MQTT message handling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Student/device management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Answer processing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Database operations</a:t>
            </a:r>
          </a:p>
          <a:p>
            <a:pPr>
              <a:buNone/>
            </a:pPr>
            <a:r>
              <a:rPr lang="en-IN" sz="2800" b="1" dirty="0"/>
              <a:t>Module 6 — Examination Dashboard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Device status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Student progress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Question progress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Submitted answers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Synchronization status</a:t>
            </a:r>
          </a:p>
        </p:txBody>
      </p:sp>
    </p:spTree>
    <p:extLst>
      <p:ext uri="{BB962C8B-B14F-4D97-AF65-F5344CB8AC3E}">
        <p14:creationId xmlns:p14="http://schemas.microsoft.com/office/powerpoint/2010/main" val="279825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71A88-8737-250B-7924-1A209F64E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1958B808-2DE8-8CAA-6A73-52919E993F55}"/>
              </a:ext>
            </a:extLst>
          </p:cNvPr>
          <p:cNvGrpSpPr>
            <a:grpSpLocks noChangeAspect="1"/>
          </p:cNvGrpSpPr>
          <p:nvPr/>
        </p:nvGrpSpPr>
        <p:grpSpPr>
          <a:xfrm>
            <a:off x="12629034" y="-95612"/>
            <a:ext cx="5682412" cy="3091395"/>
            <a:chOff x="0" y="0"/>
            <a:chExt cx="4230776" cy="2301672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5428B62D-D1EF-89F9-AF1F-93C932317E29}"/>
                </a:ext>
              </a:extLst>
            </p:cNvPr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6" name="Freeform 4">
            <a:extLst>
              <a:ext uri="{FF2B5EF4-FFF2-40B4-BE49-F238E27FC236}">
                <a16:creationId xmlns:a16="http://schemas.microsoft.com/office/drawing/2014/main" id="{93E62835-2347-EE75-02A8-31D31E87C532}"/>
              </a:ext>
            </a:extLst>
          </p:cNvPr>
          <p:cNvSpPr/>
          <p:nvPr/>
        </p:nvSpPr>
        <p:spPr>
          <a:xfrm>
            <a:off x="23446" y="39438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C294BC42-6E10-C8D8-1121-FD23F7B61F2E}"/>
              </a:ext>
            </a:extLst>
          </p:cNvPr>
          <p:cNvGrpSpPr>
            <a:grpSpLocks noChangeAspect="1"/>
          </p:cNvGrpSpPr>
          <p:nvPr/>
        </p:nvGrpSpPr>
        <p:grpSpPr>
          <a:xfrm>
            <a:off x="11214" y="-757"/>
            <a:ext cx="3655979" cy="2419133"/>
            <a:chOff x="0" y="0"/>
            <a:chExt cx="2494293" cy="1650454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FA0A9D79-CB54-16AE-07BA-734A3FEC2E07}"/>
                </a:ext>
              </a:extLst>
            </p:cNvPr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9" name="Freeform 7">
            <a:extLst>
              <a:ext uri="{FF2B5EF4-FFF2-40B4-BE49-F238E27FC236}">
                <a16:creationId xmlns:a16="http://schemas.microsoft.com/office/drawing/2014/main" id="{14393C46-4914-385D-FEA7-DB9B772956B7}"/>
              </a:ext>
            </a:extLst>
          </p:cNvPr>
          <p:cNvSpPr/>
          <p:nvPr/>
        </p:nvSpPr>
        <p:spPr>
          <a:xfrm>
            <a:off x="8087528" y="-107759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8">
            <a:extLst>
              <a:ext uri="{FF2B5EF4-FFF2-40B4-BE49-F238E27FC236}">
                <a16:creationId xmlns:a16="http://schemas.microsoft.com/office/drawing/2014/main" id="{23488B3F-13F1-22DC-D841-35FF2118650D}"/>
              </a:ext>
            </a:extLst>
          </p:cNvPr>
          <p:cNvGrpSpPr>
            <a:grpSpLocks noChangeAspect="1"/>
          </p:cNvGrpSpPr>
          <p:nvPr/>
        </p:nvGrpSpPr>
        <p:grpSpPr>
          <a:xfrm>
            <a:off x="10810963" y="-24065"/>
            <a:ext cx="5202741" cy="1217186"/>
            <a:chOff x="0" y="0"/>
            <a:chExt cx="3942766" cy="922414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168A6B6D-828F-9943-D8D9-8FA45F2AB9EE}"/>
                </a:ext>
              </a:extLst>
            </p:cNvPr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2" name="Group 10">
            <a:extLst>
              <a:ext uri="{FF2B5EF4-FFF2-40B4-BE49-F238E27FC236}">
                <a16:creationId xmlns:a16="http://schemas.microsoft.com/office/drawing/2014/main" id="{2A98273F-F146-666F-A9AD-495EB19940EE}"/>
              </a:ext>
            </a:extLst>
          </p:cNvPr>
          <p:cNvGrpSpPr/>
          <p:nvPr/>
        </p:nvGrpSpPr>
        <p:grpSpPr>
          <a:xfrm>
            <a:off x="11214" y="6426185"/>
            <a:ext cx="18300232" cy="3851542"/>
            <a:chOff x="0" y="0"/>
            <a:chExt cx="24400310" cy="5135389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C69CC377-634E-991A-4992-483E8048EC5F}"/>
                </a:ext>
              </a:extLst>
            </p:cNvPr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DB65C22F-4837-BBCF-AD90-24ABBCFCFE11}"/>
                </a:ext>
              </a:extLst>
            </p:cNvPr>
            <p:cNvSpPr/>
            <p:nvPr/>
          </p:nvSpPr>
          <p:spPr>
            <a:xfrm>
              <a:off x="12829684" y="1787219"/>
              <a:ext cx="11570626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grpSp>
          <p:nvGrpSpPr>
            <p:cNvPr id="15" name="Group 13">
              <a:extLst>
                <a:ext uri="{FF2B5EF4-FFF2-40B4-BE49-F238E27FC236}">
                  <a16:creationId xmlns:a16="http://schemas.microsoft.com/office/drawing/2014/main" id="{EDB60014-89BA-E3C1-B343-6620C79257B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21" name="Freeform 14">
                <a:extLst>
                  <a:ext uri="{FF2B5EF4-FFF2-40B4-BE49-F238E27FC236}">
                    <a16:creationId xmlns:a16="http://schemas.microsoft.com/office/drawing/2014/main" id="{42A3281B-3825-3042-6BCC-799AA42E14F4}"/>
                  </a:ext>
                </a:extLst>
              </p:cNvPr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D6778C3-828F-290F-ED12-C4BB6BAF746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20" name="Freeform 16">
                <a:extLst>
                  <a:ext uri="{FF2B5EF4-FFF2-40B4-BE49-F238E27FC236}">
                    <a16:creationId xmlns:a16="http://schemas.microsoft.com/office/drawing/2014/main" id="{EBF0B989-F656-B086-261B-FB6998D77F39}"/>
                  </a:ext>
                </a:extLst>
              </p:cNvPr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004DC033-E14D-59DB-0F51-BA29D1215A68}"/>
                </a:ext>
              </a:extLst>
            </p:cNvPr>
            <p:cNvSpPr/>
            <p:nvPr/>
          </p:nvSpPr>
          <p:spPr>
            <a:xfrm>
              <a:off x="407092" y="251152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5676B2C0-CC23-0DF0-178A-E6529174E53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292184" y="2631981"/>
              <a:ext cx="10700812" cy="2503408"/>
              <a:chOff x="91770" y="209838"/>
              <a:chExt cx="4431919" cy="1036828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BF67432D-6944-B6BC-7F41-F4DCB4A71867}"/>
                  </a:ext>
                </a:extLst>
              </p:cNvPr>
              <p:cNvSpPr/>
              <p:nvPr/>
            </p:nvSpPr>
            <p:spPr>
              <a:xfrm>
                <a:off x="91770" y="209838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  <p:txBody>
              <a:bodyPr/>
              <a:lstStyle/>
              <a:p>
                <a:endParaRPr lang="en-IN" dirty="0"/>
              </a:p>
            </p:txBody>
          </p:sp>
        </p:grpSp>
      </p:grpSp>
      <p:sp>
        <p:nvSpPr>
          <p:cNvPr id="22" name="TextBox 20">
            <a:extLst>
              <a:ext uri="{FF2B5EF4-FFF2-40B4-BE49-F238E27FC236}">
                <a16:creationId xmlns:a16="http://schemas.microsoft.com/office/drawing/2014/main" id="{1A225652-F907-05F8-9CCD-757FEE0D06B3}"/>
              </a:ext>
            </a:extLst>
          </p:cNvPr>
          <p:cNvSpPr txBox="1"/>
          <p:nvPr/>
        </p:nvSpPr>
        <p:spPr>
          <a:xfrm>
            <a:off x="1744948" y="486903"/>
            <a:ext cx="13960198" cy="84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8.Algorithms/Techniques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A57A93-391F-15D3-6FE7-B00B8C429E64}"/>
              </a:ext>
            </a:extLst>
          </p:cNvPr>
          <p:cNvSpPr txBox="1"/>
          <p:nvPr/>
        </p:nvSpPr>
        <p:spPr>
          <a:xfrm>
            <a:off x="3052396" y="38621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ECADDC-71A5-B3B5-7352-F967022F5526}"/>
              </a:ext>
            </a:extLst>
          </p:cNvPr>
          <p:cNvSpPr txBox="1"/>
          <p:nvPr/>
        </p:nvSpPr>
        <p:spPr>
          <a:xfrm>
            <a:off x="741741" y="3271791"/>
            <a:ext cx="1778347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• Question Playback: identify question → locate audio file → play →wait for input. </a:t>
            </a:r>
          </a:p>
          <a:p>
            <a:r>
              <a:rPr lang="en-IN" sz="3200" dirty="0"/>
              <a:t>• Answer Selection: read key → map 1/2/3/4 → set selected option. </a:t>
            </a:r>
          </a:p>
          <a:p>
            <a:r>
              <a:rPr lang="en-IN" sz="3200" dirty="0"/>
              <a:t>• Confirmation: display selection → press # → validate → save →next question. </a:t>
            </a:r>
          </a:p>
          <a:p>
            <a:r>
              <a:rPr lang="en-IN" sz="3200" dirty="0"/>
              <a:t>• Control Logic: 0 = replay; * = pause/resume; # = confirm. </a:t>
            </a:r>
          </a:p>
          <a:p>
            <a:r>
              <a:rPr lang="en-IN" sz="3200" dirty="0"/>
              <a:t>• IoT Transfer: create response packet → connect Wi-Fi → transmit →server stores →</a:t>
            </a:r>
            <a:r>
              <a:rPr lang="en-IN" sz="3200" dirty="0" err="1"/>
              <a:t>dashboardupdates</a:t>
            </a:r>
            <a:r>
              <a:rPr lang="en-IN" sz="3200" dirty="0"/>
              <a:t>. </a:t>
            </a:r>
          </a:p>
          <a:p>
            <a:r>
              <a:rPr lang="en-IN" sz="3200" dirty="0"/>
              <a:t>• Input debouncing and validation should be used for reliable keypad operation.</a:t>
            </a:r>
          </a:p>
        </p:txBody>
      </p:sp>
    </p:spTree>
    <p:extLst>
      <p:ext uri="{BB962C8B-B14F-4D97-AF65-F5344CB8AC3E}">
        <p14:creationId xmlns:p14="http://schemas.microsoft.com/office/powerpoint/2010/main" val="2394826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FC3A6-5F06-BA30-7F11-DFF8BC1CA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6EBB241E-A8CF-EE1D-F1D2-4AA894904F1B}"/>
              </a:ext>
            </a:extLst>
          </p:cNvPr>
          <p:cNvGrpSpPr>
            <a:grpSpLocks noChangeAspect="1"/>
          </p:cNvGrpSpPr>
          <p:nvPr/>
        </p:nvGrpSpPr>
        <p:grpSpPr>
          <a:xfrm>
            <a:off x="12629034" y="-95612"/>
            <a:ext cx="5682412" cy="3091395"/>
            <a:chOff x="0" y="0"/>
            <a:chExt cx="4230776" cy="2301672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54391959-A8E6-1C7A-31ED-BD6E300AC1A9}"/>
                </a:ext>
              </a:extLst>
            </p:cNvPr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6" name="Freeform 4">
            <a:extLst>
              <a:ext uri="{FF2B5EF4-FFF2-40B4-BE49-F238E27FC236}">
                <a16:creationId xmlns:a16="http://schemas.microsoft.com/office/drawing/2014/main" id="{9767DA69-93DB-5603-FD0D-3B9510FB5B23}"/>
              </a:ext>
            </a:extLst>
          </p:cNvPr>
          <p:cNvSpPr/>
          <p:nvPr/>
        </p:nvSpPr>
        <p:spPr>
          <a:xfrm>
            <a:off x="23446" y="39438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56CA07CD-9F09-8BA3-87C6-F2FE24CC5FAC}"/>
              </a:ext>
            </a:extLst>
          </p:cNvPr>
          <p:cNvGrpSpPr>
            <a:grpSpLocks noChangeAspect="1"/>
          </p:cNvGrpSpPr>
          <p:nvPr/>
        </p:nvGrpSpPr>
        <p:grpSpPr>
          <a:xfrm>
            <a:off x="11214" y="-757"/>
            <a:ext cx="3655979" cy="2419133"/>
            <a:chOff x="0" y="0"/>
            <a:chExt cx="2494293" cy="1650454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851AFDF-919E-81AF-F368-A4A05EA039A8}"/>
                </a:ext>
              </a:extLst>
            </p:cNvPr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9" name="Freeform 7">
            <a:extLst>
              <a:ext uri="{FF2B5EF4-FFF2-40B4-BE49-F238E27FC236}">
                <a16:creationId xmlns:a16="http://schemas.microsoft.com/office/drawing/2014/main" id="{ED1CE750-126C-2FC6-221C-55360DF4541B}"/>
              </a:ext>
            </a:extLst>
          </p:cNvPr>
          <p:cNvSpPr/>
          <p:nvPr/>
        </p:nvSpPr>
        <p:spPr>
          <a:xfrm>
            <a:off x="8087528" y="-107759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8">
            <a:extLst>
              <a:ext uri="{FF2B5EF4-FFF2-40B4-BE49-F238E27FC236}">
                <a16:creationId xmlns:a16="http://schemas.microsoft.com/office/drawing/2014/main" id="{9AD5AC03-187F-5F20-3820-DCE5B4A5A313}"/>
              </a:ext>
            </a:extLst>
          </p:cNvPr>
          <p:cNvGrpSpPr>
            <a:grpSpLocks noChangeAspect="1"/>
          </p:cNvGrpSpPr>
          <p:nvPr/>
        </p:nvGrpSpPr>
        <p:grpSpPr>
          <a:xfrm>
            <a:off x="10810963" y="-24065"/>
            <a:ext cx="5202741" cy="1217186"/>
            <a:chOff x="0" y="0"/>
            <a:chExt cx="3942766" cy="922414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25E570ED-698A-BC00-F4FB-4E80FF794785}"/>
                </a:ext>
              </a:extLst>
            </p:cNvPr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2" name="Group 10">
            <a:extLst>
              <a:ext uri="{FF2B5EF4-FFF2-40B4-BE49-F238E27FC236}">
                <a16:creationId xmlns:a16="http://schemas.microsoft.com/office/drawing/2014/main" id="{93EFC577-0A32-7870-B7B9-29054CEAC986}"/>
              </a:ext>
            </a:extLst>
          </p:cNvPr>
          <p:cNvGrpSpPr/>
          <p:nvPr/>
        </p:nvGrpSpPr>
        <p:grpSpPr>
          <a:xfrm>
            <a:off x="11214" y="6426185"/>
            <a:ext cx="18300232" cy="3851542"/>
            <a:chOff x="0" y="0"/>
            <a:chExt cx="24400310" cy="5135389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B09C2140-886E-74DD-8282-CEEDE9BA9292}"/>
                </a:ext>
              </a:extLst>
            </p:cNvPr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BE56D188-44D4-E233-6E6F-8BFDED27DA67}"/>
                </a:ext>
              </a:extLst>
            </p:cNvPr>
            <p:cNvSpPr/>
            <p:nvPr/>
          </p:nvSpPr>
          <p:spPr>
            <a:xfrm>
              <a:off x="12829684" y="1787219"/>
              <a:ext cx="11570626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grpSp>
          <p:nvGrpSpPr>
            <p:cNvPr id="15" name="Group 13">
              <a:extLst>
                <a:ext uri="{FF2B5EF4-FFF2-40B4-BE49-F238E27FC236}">
                  <a16:creationId xmlns:a16="http://schemas.microsoft.com/office/drawing/2014/main" id="{13D659B5-0388-00C7-5E43-2E0B29CADDD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21" name="Freeform 14">
                <a:extLst>
                  <a:ext uri="{FF2B5EF4-FFF2-40B4-BE49-F238E27FC236}">
                    <a16:creationId xmlns:a16="http://schemas.microsoft.com/office/drawing/2014/main" id="{603508E0-2C5D-0149-78E7-9FD314620448}"/>
                  </a:ext>
                </a:extLst>
              </p:cNvPr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33B345E-7261-F02A-FEC9-66B0D8C0870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20" name="Freeform 16">
                <a:extLst>
                  <a:ext uri="{FF2B5EF4-FFF2-40B4-BE49-F238E27FC236}">
                    <a16:creationId xmlns:a16="http://schemas.microsoft.com/office/drawing/2014/main" id="{43306410-A422-5A3F-A0A4-6153E9363EC2}"/>
                  </a:ext>
                </a:extLst>
              </p:cNvPr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08C8436-A20B-660A-EC79-BBC599B6E456}"/>
                </a:ext>
              </a:extLst>
            </p:cNvPr>
            <p:cNvSpPr/>
            <p:nvPr/>
          </p:nvSpPr>
          <p:spPr>
            <a:xfrm>
              <a:off x="407092" y="251152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4B98FAAF-379E-74F8-FD9A-29C7018E62D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292184" y="2631981"/>
              <a:ext cx="10700812" cy="2503408"/>
              <a:chOff x="91770" y="209838"/>
              <a:chExt cx="4431919" cy="1036828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E4CB29C6-1B00-04EF-3A3C-8252219242CF}"/>
                  </a:ext>
                </a:extLst>
              </p:cNvPr>
              <p:cNvSpPr/>
              <p:nvPr/>
            </p:nvSpPr>
            <p:spPr>
              <a:xfrm>
                <a:off x="91770" y="209838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  <p:txBody>
              <a:bodyPr/>
              <a:lstStyle/>
              <a:p>
                <a:endParaRPr lang="en-IN" dirty="0"/>
              </a:p>
            </p:txBody>
          </p:sp>
        </p:grpSp>
      </p:grpSp>
      <p:sp>
        <p:nvSpPr>
          <p:cNvPr id="22" name="TextBox 20">
            <a:extLst>
              <a:ext uri="{FF2B5EF4-FFF2-40B4-BE49-F238E27FC236}">
                <a16:creationId xmlns:a16="http://schemas.microsoft.com/office/drawing/2014/main" id="{91D764C7-D149-4872-9D06-07B78FDAD1A4}"/>
              </a:ext>
            </a:extLst>
          </p:cNvPr>
          <p:cNvSpPr txBox="1"/>
          <p:nvPr/>
        </p:nvSpPr>
        <p:spPr>
          <a:xfrm>
            <a:off x="1744948" y="486903"/>
            <a:ext cx="13960198" cy="84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9.Software Tools and Technologies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B30FAF-FC75-F62B-A201-130C317DE2AB}"/>
              </a:ext>
            </a:extLst>
          </p:cNvPr>
          <p:cNvSpPr txBox="1"/>
          <p:nvPr/>
        </p:nvSpPr>
        <p:spPr>
          <a:xfrm>
            <a:off x="3052396" y="38621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B02763-F884-8C5F-89BE-A2529F2A5706}"/>
              </a:ext>
            </a:extLst>
          </p:cNvPr>
          <p:cNvSpPr txBox="1"/>
          <p:nvPr/>
        </p:nvSpPr>
        <p:spPr>
          <a:xfrm>
            <a:off x="2322609" y="2059902"/>
            <a:ext cx="7489065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1. Embedded System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ESP32-S3 Development Board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Arduino IDE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Embedded C/C++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 err="1"/>
              <a:t>DFPlayer</a:t>
            </a:r>
            <a:r>
              <a:rPr lang="en-IN" sz="2400" dirty="0"/>
              <a:t> Mini Library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 err="1"/>
              <a:t>LittleFS</a:t>
            </a:r>
            <a:r>
              <a:rPr lang="en-IN" sz="2400" dirty="0"/>
              <a:t> / NVS for local answer storage</a:t>
            </a:r>
          </a:p>
          <a:p>
            <a:pPr>
              <a:buNone/>
            </a:pPr>
            <a:r>
              <a:rPr lang="en-IN" sz="2400" b="1" dirty="0"/>
              <a:t>2. Hardware Design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 err="1"/>
              <a:t>Cirkit</a:t>
            </a:r>
            <a:r>
              <a:rPr lang="en-IN" sz="2400" dirty="0"/>
              <a:t> Designer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Breadboard and Jumper Wires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 err="1"/>
              <a:t>DFPlayer</a:t>
            </a:r>
            <a:r>
              <a:rPr lang="en-IN" sz="2400" dirty="0"/>
              <a:t> Mini and 4×4 Matrix Keypad</a:t>
            </a:r>
          </a:p>
          <a:p>
            <a:pPr>
              <a:buNone/>
            </a:pPr>
            <a:r>
              <a:rPr lang="en-IN" sz="2400" b="1" dirty="0"/>
              <a:t>3. Communication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Wi-Fi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HTTP/REST API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JSON for data exchange</a:t>
            </a:r>
          </a:p>
          <a:p>
            <a:pPr>
              <a:buNone/>
            </a:pPr>
            <a:r>
              <a:rPr lang="en-IN" sz="2400" b="1" dirty="0"/>
              <a:t>4. Backend Development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Node.js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Express.js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REST API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302ECC-791C-8851-4275-9086F20DF173}"/>
              </a:ext>
            </a:extLst>
          </p:cNvPr>
          <p:cNvSpPr txBox="1"/>
          <p:nvPr/>
        </p:nvSpPr>
        <p:spPr>
          <a:xfrm>
            <a:off x="9633477" y="2109818"/>
            <a:ext cx="915806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4. Backend Development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Node.js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Express.js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REST API</a:t>
            </a:r>
          </a:p>
          <a:p>
            <a:pPr>
              <a:buNone/>
            </a:pPr>
            <a:r>
              <a:rPr lang="en-IN" sz="2400" b="1" dirty="0"/>
              <a:t>5. Frontend Development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React.js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HTML5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CSS3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JavaScript</a:t>
            </a:r>
          </a:p>
          <a:p>
            <a:pPr>
              <a:buNone/>
            </a:pPr>
            <a:r>
              <a:rPr lang="en-IN" sz="2400" b="1" dirty="0"/>
              <a:t>6. Database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MongoDB</a:t>
            </a:r>
          </a:p>
          <a:p>
            <a:pPr>
              <a:buNone/>
            </a:pPr>
            <a:r>
              <a:rPr lang="en-IN" sz="2400" b="1" dirty="0"/>
              <a:t>7. Design &amp; Documentation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Draw.io (diagrams.net) — UML diagrams and system architecture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Microsoft PowerPoint —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01458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CB6BB-7BC9-1704-E510-434D820A8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BD0056FB-39D1-CD89-F580-8E7F11722D7D}"/>
              </a:ext>
            </a:extLst>
          </p:cNvPr>
          <p:cNvGrpSpPr>
            <a:grpSpLocks noChangeAspect="1"/>
          </p:cNvGrpSpPr>
          <p:nvPr/>
        </p:nvGrpSpPr>
        <p:grpSpPr>
          <a:xfrm>
            <a:off x="12629034" y="-95612"/>
            <a:ext cx="5682412" cy="3091395"/>
            <a:chOff x="0" y="0"/>
            <a:chExt cx="4230776" cy="2301672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0921EED4-806E-40AA-746F-3B0786161458}"/>
                </a:ext>
              </a:extLst>
            </p:cNvPr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6" name="Freeform 4">
            <a:extLst>
              <a:ext uri="{FF2B5EF4-FFF2-40B4-BE49-F238E27FC236}">
                <a16:creationId xmlns:a16="http://schemas.microsoft.com/office/drawing/2014/main" id="{7340CCDF-9FFD-6CFE-C2EB-B99BC2126825}"/>
              </a:ext>
            </a:extLst>
          </p:cNvPr>
          <p:cNvSpPr/>
          <p:nvPr/>
        </p:nvSpPr>
        <p:spPr>
          <a:xfrm>
            <a:off x="23446" y="39438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CF7F8989-8E2C-3029-4341-08F9F5A9B53A}"/>
              </a:ext>
            </a:extLst>
          </p:cNvPr>
          <p:cNvGrpSpPr>
            <a:grpSpLocks noChangeAspect="1"/>
          </p:cNvGrpSpPr>
          <p:nvPr/>
        </p:nvGrpSpPr>
        <p:grpSpPr>
          <a:xfrm>
            <a:off x="11214" y="-757"/>
            <a:ext cx="3655979" cy="2419133"/>
            <a:chOff x="0" y="0"/>
            <a:chExt cx="2494293" cy="1650454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CCA8B5-C3AB-B5CE-5889-6A7F2E720E65}"/>
                </a:ext>
              </a:extLst>
            </p:cNvPr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9" name="Freeform 7">
            <a:extLst>
              <a:ext uri="{FF2B5EF4-FFF2-40B4-BE49-F238E27FC236}">
                <a16:creationId xmlns:a16="http://schemas.microsoft.com/office/drawing/2014/main" id="{260CC237-E9A5-5B95-B3F0-16C8A6E1B21B}"/>
              </a:ext>
            </a:extLst>
          </p:cNvPr>
          <p:cNvSpPr/>
          <p:nvPr/>
        </p:nvSpPr>
        <p:spPr>
          <a:xfrm>
            <a:off x="8087528" y="-107759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8">
            <a:extLst>
              <a:ext uri="{FF2B5EF4-FFF2-40B4-BE49-F238E27FC236}">
                <a16:creationId xmlns:a16="http://schemas.microsoft.com/office/drawing/2014/main" id="{BCAC2C6E-03D0-839D-9E12-1CF93046B758}"/>
              </a:ext>
            </a:extLst>
          </p:cNvPr>
          <p:cNvGrpSpPr>
            <a:grpSpLocks noChangeAspect="1"/>
          </p:cNvGrpSpPr>
          <p:nvPr/>
        </p:nvGrpSpPr>
        <p:grpSpPr>
          <a:xfrm>
            <a:off x="10810963" y="-24065"/>
            <a:ext cx="5202741" cy="1217186"/>
            <a:chOff x="0" y="0"/>
            <a:chExt cx="3942766" cy="922414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3C6145BA-AE14-D372-F484-436849AD1812}"/>
                </a:ext>
              </a:extLst>
            </p:cNvPr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2" name="Group 10">
            <a:extLst>
              <a:ext uri="{FF2B5EF4-FFF2-40B4-BE49-F238E27FC236}">
                <a16:creationId xmlns:a16="http://schemas.microsoft.com/office/drawing/2014/main" id="{EB530FE6-506F-6481-CA97-44A5A23672F5}"/>
              </a:ext>
            </a:extLst>
          </p:cNvPr>
          <p:cNvGrpSpPr/>
          <p:nvPr/>
        </p:nvGrpSpPr>
        <p:grpSpPr>
          <a:xfrm>
            <a:off x="11214" y="6426185"/>
            <a:ext cx="18330258" cy="3890689"/>
            <a:chOff x="0" y="0"/>
            <a:chExt cx="24440345" cy="5187585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49E23C4A-C58A-DE61-84CB-592D2476CA48}"/>
                </a:ext>
              </a:extLst>
            </p:cNvPr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79BB372F-5334-C99C-3CAB-3B369F92E878}"/>
                </a:ext>
              </a:extLst>
            </p:cNvPr>
            <p:cNvSpPr/>
            <p:nvPr/>
          </p:nvSpPr>
          <p:spPr>
            <a:xfrm>
              <a:off x="12829684" y="1787219"/>
              <a:ext cx="11570626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grpSp>
          <p:nvGrpSpPr>
            <p:cNvPr id="15" name="Group 13">
              <a:extLst>
                <a:ext uri="{FF2B5EF4-FFF2-40B4-BE49-F238E27FC236}">
                  <a16:creationId xmlns:a16="http://schemas.microsoft.com/office/drawing/2014/main" id="{BDB100B9-55C2-E50B-09A4-E04FB1C3740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21" name="Freeform 14">
                <a:extLst>
                  <a:ext uri="{FF2B5EF4-FFF2-40B4-BE49-F238E27FC236}">
                    <a16:creationId xmlns:a16="http://schemas.microsoft.com/office/drawing/2014/main" id="{579FB3A1-A1AA-3FE3-902F-BB1EFB9CABDF}"/>
                  </a:ext>
                </a:extLst>
              </p:cNvPr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B99AC08-E03A-6192-691A-76157D0342E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20" name="Freeform 16">
                <a:extLst>
                  <a:ext uri="{FF2B5EF4-FFF2-40B4-BE49-F238E27FC236}">
                    <a16:creationId xmlns:a16="http://schemas.microsoft.com/office/drawing/2014/main" id="{17F24708-84CD-A95D-3028-2C670BA18690}"/>
                  </a:ext>
                </a:extLst>
              </p:cNvPr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4C3EDE54-C3A9-7935-1F82-512E934B890C}"/>
                </a:ext>
              </a:extLst>
            </p:cNvPr>
            <p:cNvSpPr/>
            <p:nvPr/>
          </p:nvSpPr>
          <p:spPr>
            <a:xfrm>
              <a:off x="447127" y="264201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8F98EE73-D1C1-BCDA-581C-96BDBCEE167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429187" y="2684177"/>
              <a:ext cx="10700812" cy="2503408"/>
              <a:chOff x="148512" y="231456"/>
              <a:chExt cx="4431919" cy="1036828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29874FB8-0D74-2A63-98DB-F6E31D26DB3A}"/>
                  </a:ext>
                </a:extLst>
              </p:cNvPr>
              <p:cNvSpPr/>
              <p:nvPr/>
            </p:nvSpPr>
            <p:spPr>
              <a:xfrm>
                <a:off x="148512" y="231456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  <p:txBody>
              <a:bodyPr/>
              <a:lstStyle/>
              <a:p>
                <a:endParaRPr lang="en-IN" dirty="0"/>
              </a:p>
            </p:txBody>
          </p:sp>
        </p:grpSp>
      </p:grpSp>
      <p:sp>
        <p:nvSpPr>
          <p:cNvPr id="22" name="TextBox 20">
            <a:extLst>
              <a:ext uri="{FF2B5EF4-FFF2-40B4-BE49-F238E27FC236}">
                <a16:creationId xmlns:a16="http://schemas.microsoft.com/office/drawing/2014/main" id="{8BA217C3-71D4-6220-9F15-D18F8E6B13A9}"/>
              </a:ext>
            </a:extLst>
          </p:cNvPr>
          <p:cNvSpPr txBox="1"/>
          <p:nvPr/>
        </p:nvSpPr>
        <p:spPr>
          <a:xfrm>
            <a:off x="1744948" y="486903"/>
            <a:ext cx="13960198" cy="84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10.UML Diagrams(Use Case)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DBE721-F7C5-3FBC-0695-69AC76322082}"/>
              </a:ext>
            </a:extLst>
          </p:cNvPr>
          <p:cNvSpPr txBox="1"/>
          <p:nvPr/>
        </p:nvSpPr>
        <p:spPr>
          <a:xfrm>
            <a:off x="3052396" y="38621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DF4966E-11FB-74B6-927C-1DE8FD5D85C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858" y="1592504"/>
            <a:ext cx="11088805" cy="870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7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BA3F5-B629-F2A6-7253-7C0BC69E3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7947E4F4-DE07-F6B1-F0D4-ADF5BBDCBD68}"/>
              </a:ext>
            </a:extLst>
          </p:cNvPr>
          <p:cNvGrpSpPr>
            <a:grpSpLocks noChangeAspect="1"/>
          </p:cNvGrpSpPr>
          <p:nvPr/>
        </p:nvGrpSpPr>
        <p:grpSpPr>
          <a:xfrm>
            <a:off x="12629034" y="-95612"/>
            <a:ext cx="5682412" cy="3091395"/>
            <a:chOff x="0" y="0"/>
            <a:chExt cx="4230776" cy="2301672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B2D8A1EC-A4D2-899E-C587-F2484B6F9968}"/>
                </a:ext>
              </a:extLst>
            </p:cNvPr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6" name="Freeform 4">
            <a:extLst>
              <a:ext uri="{FF2B5EF4-FFF2-40B4-BE49-F238E27FC236}">
                <a16:creationId xmlns:a16="http://schemas.microsoft.com/office/drawing/2014/main" id="{9ADF8358-CED0-7781-72A1-79E215B5BE52}"/>
              </a:ext>
            </a:extLst>
          </p:cNvPr>
          <p:cNvSpPr/>
          <p:nvPr/>
        </p:nvSpPr>
        <p:spPr>
          <a:xfrm>
            <a:off x="23446" y="39438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25700FAC-7C7C-3515-5606-DC59CEA49281}"/>
              </a:ext>
            </a:extLst>
          </p:cNvPr>
          <p:cNvGrpSpPr>
            <a:grpSpLocks noChangeAspect="1"/>
          </p:cNvGrpSpPr>
          <p:nvPr/>
        </p:nvGrpSpPr>
        <p:grpSpPr>
          <a:xfrm>
            <a:off x="11214" y="-757"/>
            <a:ext cx="3655979" cy="2419133"/>
            <a:chOff x="0" y="0"/>
            <a:chExt cx="2494293" cy="1650454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D044A292-5CAD-3A98-2304-900DC721B6CC}"/>
                </a:ext>
              </a:extLst>
            </p:cNvPr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9" name="Freeform 7">
            <a:extLst>
              <a:ext uri="{FF2B5EF4-FFF2-40B4-BE49-F238E27FC236}">
                <a16:creationId xmlns:a16="http://schemas.microsoft.com/office/drawing/2014/main" id="{B194907D-AB80-EBD7-BA7F-E663D2ECEFF0}"/>
              </a:ext>
            </a:extLst>
          </p:cNvPr>
          <p:cNvSpPr/>
          <p:nvPr/>
        </p:nvSpPr>
        <p:spPr>
          <a:xfrm>
            <a:off x="8087528" y="-107759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8">
            <a:extLst>
              <a:ext uri="{FF2B5EF4-FFF2-40B4-BE49-F238E27FC236}">
                <a16:creationId xmlns:a16="http://schemas.microsoft.com/office/drawing/2014/main" id="{4308BA9B-BB87-6EFD-1CA6-B913A4309CAF}"/>
              </a:ext>
            </a:extLst>
          </p:cNvPr>
          <p:cNvGrpSpPr>
            <a:grpSpLocks noChangeAspect="1"/>
          </p:cNvGrpSpPr>
          <p:nvPr/>
        </p:nvGrpSpPr>
        <p:grpSpPr>
          <a:xfrm>
            <a:off x="10810963" y="-24065"/>
            <a:ext cx="5202741" cy="1217186"/>
            <a:chOff x="0" y="0"/>
            <a:chExt cx="3942766" cy="922414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57DA441B-5C64-3621-13E0-7FDC51DE60A2}"/>
                </a:ext>
              </a:extLst>
            </p:cNvPr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2" name="Group 10">
            <a:extLst>
              <a:ext uri="{FF2B5EF4-FFF2-40B4-BE49-F238E27FC236}">
                <a16:creationId xmlns:a16="http://schemas.microsoft.com/office/drawing/2014/main" id="{8768523B-55CB-8431-905E-266A0FA13571}"/>
              </a:ext>
            </a:extLst>
          </p:cNvPr>
          <p:cNvGrpSpPr/>
          <p:nvPr/>
        </p:nvGrpSpPr>
        <p:grpSpPr>
          <a:xfrm>
            <a:off x="11214" y="6426185"/>
            <a:ext cx="18330258" cy="3890689"/>
            <a:chOff x="0" y="0"/>
            <a:chExt cx="24440345" cy="5187585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C472480C-F34C-1133-C256-D222702C70F7}"/>
                </a:ext>
              </a:extLst>
            </p:cNvPr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EA6D5678-DD8B-6E7C-17A9-49802978C22F}"/>
                </a:ext>
              </a:extLst>
            </p:cNvPr>
            <p:cNvSpPr/>
            <p:nvPr/>
          </p:nvSpPr>
          <p:spPr>
            <a:xfrm>
              <a:off x="12829684" y="1787219"/>
              <a:ext cx="11570626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grpSp>
          <p:nvGrpSpPr>
            <p:cNvPr id="15" name="Group 13">
              <a:extLst>
                <a:ext uri="{FF2B5EF4-FFF2-40B4-BE49-F238E27FC236}">
                  <a16:creationId xmlns:a16="http://schemas.microsoft.com/office/drawing/2014/main" id="{8DD2D84E-6F59-B23F-570B-889F05ECFC2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21" name="Freeform 14">
                <a:extLst>
                  <a:ext uri="{FF2B5EF4-FFF2-40B4-BE49-F238E27FC236}">
                    <a16:creationId xmlns:a16="http://schemas.microsoft.com/office/drawing/2014/main" id="{6DE0B13A-9EA4-3FF7-3D36-835A7A87DC98}"/>
                  </a:ext>
                </a:extLst>
              </p:cNvPr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B8FD75B-2972-AAD3-A9B5-2D18DEE5FFD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20" name="Freeform 16">
                <a:extLst>
                  <a:ext uri="{FF2B5EF4-FFF2-40B4-BE49-F238E27FC236}">
                    <a16:creationId xmlns:a16="http://schemas.microsoft.com/office/drawing/2014/main" id="{C6AAC7F0-F3F0-1A93-EE73-BDEF9D73C6BB}"/>
                  </a:ext>
                </a:extLst>
              </p:cNvPr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FA56972-4E88-3DA2-734B-48A0A4224BE4}"/>
                </a:ext>
              </a:extLst>
            </p:cNvPr>
            <p:cNvSpPr/>
            <p:nvPr/>
          </p:nvSpPr>
          <p:spPr>
            <a:xfrm>
              <a:off x="447127" y="264201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7D3A3822-0767-57E0-DECF-350672E4F58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429187" y="2684177"/>
              <a:ext cx="10700812" cy="2503408"/>
              <a:chOff x="148512" y="231456"/>
              <a:chExt cx="4431919" cy="1036828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7BD5020D-1B0E-F74A-68E1-8CDC5CBC8184}"/>
                  </a:ext>
                </a:extLst>
              </p:cNvPr>
              <p:cNvSpPr/>
              <p:nvPr/>
            </p:nvSpPr>
            <p:spPr>
              <a:xfrm>
                <a:off x="148512" y="231456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  <p:txBody>
              <a:bodyPr/>
              <a:lstStyle/>
              <a:p>
                <a:endParaRPr lang="en-IN" dirty="0"/>
              </a:p>
            </p:txBody>
          </p:sp>
        </p:grpSp>
      </p:grpSp>
      <p:sp>
        <p:nvSpPr>
          <p:cNvPr id="22" name="TextBox 20">
            <a:extLst>
              <a:ext uri="{FF2B5EF4-FFF2-40B4-BE49-F238E27FC236}">
                <a16:creationId xmlns:a16="http://schemas.microsoft.com/office/drawing/2014/main" id="{57C8DACE-462D-3655-21A4-1B8F3AB66C16}"/>
              </a:ext>
            </a:extLst>
          </p:cNvPr>
          <p:cNvSpPr txBox="1"/>
          <p:nvPr/>
        </p:nvSpPr>
        <p:spPr>
          <a:xfrm>
            <a:off x="1744948" y="486903"/>
            <a:ext cx="13960198" cy="84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10.UML Diagrams(Sequence Diagram)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3218FA-7EEF-C8AB-9112-C59DB026B723}"/>
              </a:ext>
            </a:extLst>
          </p:cNvPr>
          <p:cNvSpPr txBox="1"/>
          <p:nvPr/>
        </p:nvSpPr>
        <p:spPr>
          <a:xfrm>
            <a:off x="3052396" y="38621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98BFAB-2E70-E754-E506-1B14B6FBFFD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6019" y="1508493"/>
            <a:ext cx="11235947" cy="877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324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5AF58-FC32-B474-37B3-C628677A4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97EF1CE6-AFE2-8BF8-BDF6-B94734CE1A65}"/>
              </a:ext>
            </a:extLst>
          </p:cNvPr>
          <p:cNvGrpSpPr>
            <a:grpSpLocks noChangeAspect="1"/>
          </p:cNvGrpSpPr>
          <p:nvPr/>
        </p:nvGrpSpPr>
        <p:grpSpPr>
          <a:xfrm>
            <a:off x="12629034" y="-95612"/>
            <a:ext cx="5682412" cy="3091395"/>
            <a:chOff x="0" y="0"/>
            <a:chExt cx="4230776" cy="2301672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49A108F3-BA4D-3977-A67C-D53FA6018735}"/>
                </a:ext>
              </a:extLst>
            </p:cNvPr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6" name="Freeform 4">
            <a:extLst>
              <a:ext uri="{FF2B5EF4-FFF2-40B4-BE49-F238E27FC236}">
                <a16:creationId xmlns:a16="http://schemas.microsoft.com/office/drawing/2014/main" id="{0B7B6950-10D1-58AE-E905-80EDC1F3A260}"/>
              </a:ext>
            </a:extLst>
          </p:cNvPr>
          <p:cNvSpPr/>
          <p:nvPr/>
        </p:nvSpPr>
        <p:spPr>
          <a:xfrm>
            <a:off x="23446" y="39438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949CAFC0-0D57-CD04-E074-6D487C207F87}"/>
              </a:ext>
            </a:extLst>
          </p:cNvPr>
          <p:cNvGrpSpPr>
            <a:grpSpLocks noChangeAspect="1"/>
          </p:cNvGrpSpPr>
          <p:nvPr/>
        </p:nvGrpSpPr>
        <p:grpSpPr>
          <a:xfrm>
            <a:off x="11214" y="-757"/>
            <a:ext cx="3655979" cy="2419133"/>
            <a:chOff x="0" y="0"/>
            <a:chExt cx="2494293" cy="1650454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78F8D5E4-7746-4B34-916B-BED20E0C2E94}"/>
                </a:ext>
              </a:extLst>
            </p:cNvPr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9" name="Freeform 7">
            <a:extLst>
              <a:ext uri="{FF2B5EF4-FFF2-40B4-BE49-F238E27FC236}">
                <a16:creationId xmlns:a16="http://schemas.microsoft.com/office/drawing/2014/main" id="{8C4B5D5C-3C26-AF28-2FB3-98FE0383E2D8}"/>
              </a:ext>
            </a:extLst>
          </p:cNvPr>
          <p:cNvSpPr/>
          <p:nvPr/>
        </p:nvSpPr>
        <p:spPr>
          <a:xfrm>
            <a:off x="8087528" y="-107759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8">
            <a:extLst>
              <a:ext uri="{FF2B5EF4-FFF2-40B4-BE49-F238E27FC236}">
                <a16:creationId xmlns:a16="http://schemas.microsoft.com/office/drawing/2014/main" id="{B6272E83-4886-3855-10BC-3A30516AE9BF}"/>
              </a:ext>
            </a:extLst>
          </p:cNvPr>
          <p:cNvGrpSpPr>
            <a:grpSpLocks noChangeAspect="1"/>
          </p:cNvGrpSpPr>
          <p:nvPr/>
        </p:nvGrpSpPr>
        <p:grpSpPr>
          <a:xfrm>
            <a:off x="10810963" y="-24065"/>
            <a:ext cx="5202741" cy="1217186"/>
            <a:chOff x="0" y="0"/>
            <a:chExt cx="3942766" cy="922414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11B1F391-0C72-9385-B4FB-316775000751}"/>
                </a:ext>
              </a:extLst>
            </p:cNvPr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2" name="Group 10">
            <a:extLst>
              <a:ext uri="{FF2B5EF4-FFF2-40B4-BE49-F238E27FC236}">
                <a16:creationId xmlns:a16="http://schemas.microsoft.com/office/drawing/2014/main" id="{06CE33AE-B25F-6356-2FF8-E68AF46DEF6B}"/>
              </a:ext>
            </a:extLst>
          </p:cNvPr>
          <p:cNvGrpSpPr/>
          <p:nvPr/>
        </p:nvGrpSpPr>
        <p:grpSpPr>
          <a:xfrm>
            <a:off x="11214" y="6426185"/>
            <a:ext cx="18330258" cy="3890689"/>
            <a:chOff x="0" y="0"/>
            <a:chExt cx="24440345" cy="5187585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4B0950BD-01E5-EA3E-DB0A-7857EBB809C0}"/>
                </a:ext>
              </a:extLst>
            </p:cNvPr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59EA3CF4-12DF-0CC0-A7F9-1614787F3D47}"/>
                </a:ext>
              </a:extLst>
            </p:cNvPr>
            <p:cNvSpPr/>
            <p:nvPr/>
          </p:nvSpPr>
          <p:spPr>
            <a:xfrm>
              <a:off x="12829684" y="1787219"/>
              <a:ext cx="11570626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grpSp>
          <p:nvGrpSpPr>
            <p:cNvPr id="15" name="Group 13">
              <a:extLst>
                <a:ext uri="{FF2B5EF4-FFF2-40B4-BE49-F238E27FC236}">
                  <a16:creationId xmlns:a16="http://schemas.microsoft.com/office/drawing/2014/main" id="{6CF739C7-B971-F2D8-D2FD-93304F8253F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21" name="Freeform 14">
                <a:extLst>
                  <a:ext uri="{FF2B5EF4-FFF2-40B4-BE49-F238E27FC236}">
                    <a16:creationId xmlns:a16="http://schemas.microsoft.com/office/drawing/2014/main" id="{B0E66AE4-91CE-E302-46D0-5AA826A48007}"/>
                  </a:ext>
                </a:extLst>
              </p:cNvPr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8A5E8F7-3BFF-CCFB-8D0F-DDD515C7EE2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20" name="Freeform 16">
                <a:extLst>
                  <a:ext uri="{FF2B5EF4-FFF2-40B4-BE49-F238E27FC236}">
                    <a16:creationId xmlns:a16="http://schemas.microsoft.com/office/drawing/2014/main" id="{9BD2F550-13C5-638A-F746-607926C8D050}"/>
                  </a:ext>
                </a:extLst>
              </p:cNvPr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6E79DB9C-58E2-898C-AB92-896B5E0DB1F0}"/>
                </a:ext>
              </a:extLst>
            </p:cNvPr>
            <p:cNvSpPr/>
            <p:nvPr/>
          </p:nvSpPr>
          <p:spPr>
            <a:xfrm>
              <a:off x="447127" y="264201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E324B8D2-EE75-5BF8-9740-0C123952586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429187" y="2684177"/>
              <a:ext cx="10700812" cy="2503408"/>
              <a:chOff x="148512" y="231456"/>
              <a:chExt cx="4431919" cy="1036828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15F8550C-A95C-2143-04BD-809FDC718007}"/>
                  </a:ext>
                </a:extLst>
              </p:cNvPr>
              <p:cNvSpPr/>
              <p:nvPr/>
            </p:nvSpPr>
            <p:spPr>
              <a:xfrm>
                <a:off x="148512" y="231456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  <p:txBody>
              <a:bodyPr/>
              <a:lstStyle/>
              <a:p>
                <a:endParaRPr lang="en-IN" dirty="0"/>
              </a:p>
            </p:txBody>
          </p:sp>
        </p:grpSp>
      </p:grpSp>
      <p:sp>
        <p:nvSpPr>
          <p:cNvPr id="22" name="TextBox 20">
            <a:extLst>
              <a:ext uri="{FF2B5EF4-FFF2-40B4-BE49-F238E27FC236}">
                <a16:creationId xmlns:a16="http://schemas.microsoft.com/office/drawing/2014/main" id="{8AF7A4CE-C75A-7CC9-B368-6A9ADE356625}"/>
              </a:ext>
            </a:extLst>
          </p:cNvPr>
          <p:cNvSpPr txBox="1"/>
          <p:nvPr/>
        </p:nvSpPr>
        <p:spPr>
          <a:xfrm>
            <a:off x="1744948" y="486903"/>
            <a:ext cx="13960198" cy="84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10.UML Diagrams(Activity Diagram)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749259-27BE-8B95-2D23-1F0C62BFF49A}"/>
              </a:ext>
            </a:extLst>
          </p:cNvPr>
          <p:cNvSpPr txBox="1"/>
          <p:nvPr/>
        </p:nvSpPr>
        <p:spPr>
          <a:xfrm>
            <a:off x="3052396" y="38621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1BE2D5-6690-D33A-0ED7-8C21CBEB694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5967" y="1563157"/>
            <a:ext cx="3274861" cy="871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255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E6039-4916-4E55-0926-B10E47946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BE064D5D-F5D0-DB6A-BD23-DEA6F4DD402C}"/>
              </a:ext>
            </a:extLst>
          </p:cNvPr>
          <p:cNvGrpSpPr>
            <a:grpSpLocks noChangeAspect="1"/>
          </p:cNvGrpSpPr>
          <p:nvPr/>
        </p:nvGrpSpPr>
        <p:grpSpPr>
          <a:xfrm>
            <a:off x="12629034" y="-95612"/>
            <a:ext cx="5682412" cy="3091395"/>
            <a:chOff x="0" y="0"/>
            <a:chExt cx="4230776" cy="2301672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6DB72623-010A-BCF0-FB6C-A85AA6CFA368}"/>
                </a:ext>
              </a:extLst>
            </p:cNvPr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6" name="Freeform 4">
            <a:extLst>
              <a:ext uri="{FF2B5EF4-FFF2-40B4-BE49-F238E27FC236}">
                <a16:creationId xmlns:a16="http://schemas.microsoft.com/office/drawing/2014/main" id="{B9D18507-5499-5296-9CB9-A4A571C09135}"/>
              </a:ext>
            </a:extLst>
          </p:cNvPr>
          <p:cNvSpPr/>
          <p:nvPr/>
        </p:nvSpPr>
        <p:spPr>
          <a:xfrm>
            <a:off x="23446" y="39438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7AB512B5-1672-D171-3CCD-FB343D0460DC}"/>
              </a:ext>
            </a:extLst>
          </p:cNvPr>
          <p:cNvGrpSpPr>
            <a:grpSpLocks noChangeAspect="1"/>
          </p:cNvGrpSpPr>
          <p:nvPr/>
        </p:nvGrpSpPr>
        <p:grpSpPr>
          <a:xfrm>
            <a:off x="11214" y="-757"/>
            <a:ext cx="3655979" cy="2419133"/>
            <a:chOff x="0" y="0"/>
            <a:chExt cx="2494293" cy="1650454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309E17A-01EF-4E00-4168-D318200D7BD9}"/>
                </a:ext>
              </a:extLst>
            </p:cNvPr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9" name="Freeform 7">
            <a:extLst>
              <a:ext uri="{FF2B5EF4-FFF2-40B4-BE49-F238E27FC236}">
                <a16:creationId xmlns:a16="http://schemas.microsoft.com/office/drawing/2014/main" id="{03478607-9609-E2FD-B433-BA4B6F27F04A}"/>
              </a:ext>
            </a:extLst>
          </p:cNvPr>
          <p:cNvSpPr/>
          <p:nvPr/>
        </p:nvSpPr>
        <p:spPr>
          <a:xfrm>
            <a:off x="7959079" y="-60993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8">
            <a:extLst>
              <a:ext uri="{FF2B5EF4-FFF2-40B4-BE49-F238E27FC236}">
                <a16:creationId xmlns:a16="http://schemas.microsoft.com/office/drawing/2014/main" id="{E09936F4-2583-95C8-93F0-1356FBC007CC}"/>
              </a:ext>
            </a:extLst>
          </p:cNvPr>
          <p:cNvGrpSpPr>
            <a:grpSpLocks noChangeAspect="1"/>
          </p:cNvGrpSpPr>
          <p:nvPr/>
        </p:nvGrpSpPr>
        <p:grpSpPr>
          <a:xfrm>
            <a:off x="10810963" y="-24065"/>
            <a:ext cx="5202741" cy="1217186"/>
            <a:chOff x="0" y="0"/>
            <a:chExt cx="3942766" cy="922414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8AD18F5F-6E25-EF71-BFE1-C2A0C31C2753}"/>
                </a:ext>
              </a:extLst>
            </p:cNvPr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2" name="Group 10">
            <a:extLst>
              <a:ext uri="{FF2B5EF4-FFF2-40B4-BE49-F238E27FC236}">
                <a16:creationId xmlns:a16="http://schemas.microsoft.com/office/drawing/2014/main" id="{E5035969-1606-117A-AFF3-9907BBFEC262}"/>
              </a:ext>
            </a:extLst>
          </p:cNvPr>
          <p:cNvGrpSpPr/>
          <p:nvPr/>
        </p:nvGrpSpPr>
        <p:grpSpPr>
          <a:xfrm>
            <a:off x="11214" y="6426185"/>
            <a:ext cx="18300232" cy="3851542"/>
            <a:chOff x="0" y="0"/>
            <a:chExt cx="24400310" cy="5135389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095EE0F6-8E79-67D7-C82A-4F31A654D81D}"/>
                </a:ext>
              </a:extLst>
            </p:cNvPr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B6F4F73F-EFC6-E05E-4B35-96681A514C2C}"/>
                </a:ext>
              </a:extLst>
            </p:cNvPr>
            <p:cNvSpPr/>
            <p:nvPr/>
          </p:nvSpPr>
          <p:spPr>
            <a:xfrm>
              <a:off x="12829684" y="1787219"/>
              <a:ext cx="11570626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grpSp>
          <p:nvGrpSpPr>
            <p:cNvPr id="15" name="Group 13">
              <a:extLst>
                <a:ext uri="{FF2B5EF4-FFF2-40B4-BE49-F238E27FC236}">
                  <a16:creationId xmlns:a16="http://schemas.microsoft.com/office/drawing/2014/main" id="{D13546B9-113A-33C2-F736-5DD60CA79C0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21" name="Freeform 14">
                <a:extLst>
                  <a:ext uri="{FF2B5EF4-FFF2-40B4-BE49-F238E27FC236}">
                    <a16:creationId xmlns:a16="http://schemas.microsoft.com/office/drawing/2014/main" id="{86BB7199-E009-D5CC-C78D-5446F8B9C415}"/>
                  </a:ext>
                </a:extLst>
              </p:cNvPr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238D9E7-9BE7-4AB7-49FF-7405ED924D7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20" name="Freeform 16">
                <a:extLst>
                  <a:ext uri="{FF2B5EF4-FFF2-40B4-BE49-F238E27FC236}">
                    <a16:creationId xmlns:a16="http://schemas.microsoft.com/office/drawing/2014/main" id="{A9B4D90B-3C72-0621-3E2A-46D2DD88CB88}"/>
                  </a:ext>
                </a:extLst>
              </p:cNvPr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69E3D091-5D75-1B61-46A4-F840A04A8E1E}"/>
                </a:ext>
              </a:extLst>
            </p:cNvPr>
            <p:cNvSpPr/>
            <p:nvPr/>
          </p:nvSpPr>
          <p:spPr>
            <a:xfrm>
              <a:off x="407092" y="251152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6606AAEC-449A-9FD5-9F0B-83AF17CA1A0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292184" y="2631981"/>
              <a:ext cx="10700812" cy="2503408"/>
              <a:chOff x="91770" y="209838"/>
              <a:chExt cx="4431919" cy="1036828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A88ACE22-FFFC-FB65-2FF5-6806672E12B5}"/>
                  </a:ext>
                </a:extLst>
              </p:cNvPr>
              <p:cNvSpPr/>
              <p:nvPr/>
            </p:nvSpPr>
            <p:spPr>
              <a:xfrm>
                <a:off x="91770" y="209838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  <p:txBody>
              <a:bodyPr/>
              <a:lstStyle/>
              <a:p>
                <a:endParaRPr lang="en-IN" dirty="0"/>
              </a:p>
            </p:txBody>
          </p:sp>
        </p:grpSp>
      </p:grpSp>
      <p:sp>
        <p:nvSpPr>
          <p:cNvPr id="22" name="TextBox 20">
            <a:extLst>
              <a:ext uri="{FF2B5EF4-FFF2-40B4-BE49-F238E27FC236}">
                <a16:creationId xmlns:a16="http://schemas.microsoft.com/office/drawing/2014/main" id="{F8F05DE3-4AB7-CB2F-FE1F-CF0A0A0A3217}"/>
              </a:ext>
            </a:extLst>
          </p:cNvPr>
          <p:cNvSpPr txBox="1"/>
          <p:nvPr/>
        </p:nvSpPr>
        <p:spPr>
          <a:xfrm>
            <a:off x="1684912" y="476187"/>
            <a:ext cx="13960198" cy="84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11.Project Plan 2.0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8550FC-2A1B-3610-5F66-CA7336AB8E64}"/>
              </a:ext>
            </a:extLst>
          </p:cNvPr>
          <p:cNvSpPr txBox="1"/>
          <p:nvPr/>
        </p:nvSpPr>
        <p:spPr>
          <a:xfrm>
            <a:off x="3052396" y="38621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004CBC-9996-B96A-3999-ED799EEB7B09}"/>
              </a:ext>
            </a:extLst>
          </p:cNvPr>
          <p:cNvSpPr txBox="1"/>
          <p:nvPr/>
        </p:nvSpPr>
        <p:spPr>
          <a:xfrm>
            <a:off x="701168" y="2344346"/>
            <a:ext cx="9158066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1. Hardware Implementation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Assemble and test the designed circuit.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Verify keypad input and audio playback.</a:t>
            </a:r>
          </a:p>
          <a:p>
            <a:pPr>
              <a:buNone/>
            </a:pPr>
            <a:r>
              <a:rPr lang="en-IN" sz="2800" b="1" dirty="0"/>
              <a:t>2. Embedded Software Development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Program the ESP32-S3.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Implement question navigation and answer handling.</a:t>
            </a:r>
          </a:p>
          <a:p>
            <a:pPr>
              <a:buNone/>
            </a:pPr>
            <a:r>
              <a:rPr lang="en-IN" sz="2800" b="1" dirty="0"/>
              <a:t>3. Full-Stack Web Development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Develop the React dashboard.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Build the Node.js/Express backend and MongoDB database.</a:t>
            </a:r>
          </a:p>
          <a:p>
            <a:pPr>
              <a:buNone/>
            </a:pPr>
            <a:r>
              <a:rPr lang="en-IN" sz="2800" b="1" dirty="0"/>
              <a:t>4. IoT Communication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Establish Wi-Fi connectivity.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Implement answer transmission and offline synchronization.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998864-BE9E-8558-9766-3EC1506B95AC}"/>
              </a:ext>
            </a:extLst>
          </p:cNvPr>
          <p:cNvSpPr txBox="1"/>
          <p:nvPr/>
        </p:nvSpPr>
        <p:spPr>
          <a:xfrm>
            <a:off x="9859234" y="2347649"/>
            <a:ext cx="915806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5. System Integration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Integrate hardware, firmware, backend and dashboard.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Enable centralized examination monitoring.</a:t>
            </a:r>
          </a:p>
          <a:p>
            <a:pPr>
              <a:buNone/>
            </a:pPr>
            <a:r>
              <a:rPr lang="en-IN" sz="2800" b="1" dirty="0"/>
              <a:t>6. Testing and Validation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Test functionality, reliability and data accuracy.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Resolve hardware and software issues.</a:t>
            </a:r>
          </a:p>
          <a:p>
            <a:pPr>
              <a:buNone/>
            </a:pPr>
            <a:r>
              <a:rPr lang="en-IN" sz="2800" b="1" dirty="0"/>
              <a:t>7. Final Demonstration and Documentation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Complete the working prototype.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Prepare the final report and project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2890227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09172-BF7C-FF51-1CED-37FFE77FE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94D3CD82-DF23-9539-2FD5-C0CE83361E44}"/>
              </a:ext>
            </a:extLst>
          </p:cNvPr>
          <p:cNvGrpSpPr>
            <a:grpSpLocks noChangeAspect="1"/>
          </p:cNvGrpSpPr>
          <p:nvPr/>
        </p:nvGrpSpPr>
        <p:grpSpPr>
          <a:xfrm>
            <a:off x="12629034" y="-95612"/>
            <a:ext cx="5682412" cy="3091395"/>
            <a:chOff x="0" y="0"/>
            <a:chExt cx="4230776" cy="2301672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26DDC42F-86A0-6C68-77E0-BA8C0B513A9C}"/>
                </a:ext>
              </a:extLst>
            </p:cNvPr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6" name="Freeform 4">
            <a:extLst>
              <a:ext uri="{FF2B5EF4-FFF2-40B4-BE49-F238E27FC236}">
                <a16:creationId xmlns:a16="http://schemas.microsoft.com/office/drawing/2014/main" id="{CB90340A-64E7-DBF1-E443-FB461F3D59A2}"/>
              </a:ext>
            </a:extLst>
          </p:cNvPr>
          <p:cNvSpPr/>
          <p:nvPr/>
        </p:nvSpPr>
        <p:spPr>
          <a:xfrm>
            <a:off x="23446" y="39438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8CDFB4D2-73DB-08E6-9BDE-B271AD682264}"/>
              </a:ext>
            </a:extLst>
          </p:cNvPr>
          <p:cNvGrpSpPr>
            <a:grpSpLocks noChangeAspect="1"/>
          </p:cNvGrpSpPr>
          <p:nvPr/>
        </p:nvGrpSpPr>
        <p:grpSpPr>
          <a:xfrm>
            <a:off x="11214" y="-757"/>
            <a:ext cx="3655979" cy="2419133"/>
            <a:chOff x="0" y="0"/>
            <a:chExt cx="2494293" cy="1650454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80AB8479-24DD-A9DF-4E30-27772A08CD7E}"/>
                </a:ext>
              </a:extLst>
            </p:cNvPr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9" name="Freeform 7">
            <a:extLst>
              <a:ext uri="{FF2B5EF4-FFF2-40B4-BE49-F238E27FC236}">
                <a16:creationId xmlns:a16="http://schemas.microsoft.com/office/drawing/2014/main" id="{4077E05A-02A8-165D-BDA5-E99917CF3908}"/>
              </a:ext>
            </a:extLst>
          </p:cNvPr>
          <p:cNvSpPr/>
          <p:nvPr/>
        </p:nvSpPr>
        <p:spPr>
          <a:xfrm>
            <a:off x="7959079" y="-60993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8">
            <a:extLst>
              <a:ext uri="{FF2B5EF4-FFF2-40B4-BE49-F238E27FC236}">
                <a16:creationId xmlns:a16="http://schemas.microsoft.com/office/drawing/2014/main" id="{719B930A-CCD3-2268-E7EE-495E190726CC}"/>
              </a:ext>
            </a:extLst>
          </p:cNvPr>
          <p:cNvGrpSpPr>
            <a:grpSpLocks noChangeAspect="1"/>
          </p:cNvGrpSpPr>
          <p:nvPr/>
        </p:nvGrpSpPr>
        <p:grpSpPr>
          <a:xfrm>
            <a:off x="10810963" y="-24065"/>
            <a:ext cx="5202741" cy="1217186"/>
            <a:chOff x="0" y="0"/>
            <a:chExt cx="3942766" cy="922414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9C6D57F3-6E7D-24FE-BB1E-360946927479}"/>
                </a:ext>
              </a:extLst>
            </p:cNvPr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2" name="Group 10">
            <a:extLst>
              <a:ext uri="{FF2B5EF4-FFF2-40B4-BE49-F238E27FC236}">
                <a16:creationId xmlns:a16="http://schemas.microsoft.com/office/drawing/2014/main" id="{C3E41602-0EFC-509D-3A88-3FE22C948000}"/>
              </a:ext>
            </a:extLst>
          </p:cNvPr>
          <p:cNvGrpSpPr/>
          <p:nvPr/>
        </p:nvGrpSpPr>
        <p:grpSpPr>
          <a:xfrm>
            <a:off x="11214" y="6426185"/>
            <a:ext cx="18300232" cy="3851542"/>
            <a:chOff x="0" y="0"/>
            <a:chExt cx="24400310" cy="5135389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ADAB3D07-7AA5-7E2C-536D-DDDF6871CE29}"/>
                </a:ext>
              </a:extLst>
            </p:cNvPr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67068253-CD89-A927-FD1B-A9CC8AB06D97}"/>
                </a:ext>
              </a:extLst>
            </p:cNvPr>
            <p:cNvSpPr/>
            <p:nvPr/>
          </p:nvSpPr>
          <p:spPr>
            <a:xfrm>
              <a:off x="12829684" y="1787219"/>
              <a:ext cx="11570626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grpSp>
          <p:nvGrpSpPr>
            <p:cNvPr id="15" name="Group 13">
              <a:extLst>
                <a:ext uri="{FF2B5EF4-FFF2-40B4-BE49-F238E27FC236}">
                  <a16:creationId xmlns:a16="http://schemas.microsoft.com/office/drawing/2014/main" id="{B5B84CD3-5841-746A-F551-07574443B3F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21" name="Freeform 14">
                <a:extLst>
                  <a:ext uri="{FF2B5EF4-FFF2-40B4-BE49-F238E27FC236}">
                    <a16:creationId xmlns:a16="http://schemas.microsoft.com/office/drawing/2014/main" id="{31054DFB-2AEC-1A6E-E9DB-3417FAE468CF}"/>
                  </a:ext>
                </a:extLst>
              </p:cNvPr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0FE3512-F889-4B26-A6D5-3311124D9C5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20" name="Freeform 16">
                <a:extLst>
                  <a:ext uri="{FF2B5EF4-FFF2-40B4-BE49-F238E27FC236}">
                    <a16:creationId xmlns:a16="http://schemas.microsoft.com/office/drawing/2014/main" id="{7BCD0A88-1174-C9C9-AC04-20D211CB7689}"/>
                  </a:ext>
                </a:extLst>
              </p:cNvPr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F847608-E5B0-71BA-2650-702B3811E788}"/>
                </a:ext>
              </a:extLst>
            </p:cNvPr>
            <p:cNvSpPr/>
            <p:nvPr/>
          </p:nvSpPr>
          <p:spPr>
            <a:xfrm>
              <a:off x="407092" y="251152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A9FF0954-B4F2-F5A4-C4C8-EBA397B4D9C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292184" y="2631981"/>
              <a:ext cx="10700812" cy="2503408"/>
              <a:chOff x="91770" y="209838"/>
              <a:chExt cx="4431919" cy="1036828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CEDCA819-0AD8-3D03-675D-302D7496038C}"/>
                  </a:ext>
                </a:extLst>
              </p:cNvPr>
              <p:cNvSpPr/>
              <p:nvPr/>
            </p:nvSpPr>
            <p:spPr>
              <a:xfrm>
                <a:off x="91770" y="209838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  <p:txBody>
              <a:bodyPr/>
              <a:lstStyle/>
              <a:p>
                <a:endParaRPr lang="en-IN" dirty="0"/>
              </a:p>
            </p:txBody>
          </p:sp>
        </p:grpSp>
      </p:grpSp>
      <p:sp>
        <p:nvSpPr>
          <p:cNvPr id="22" name="TextBox 20">
            <a:extLst>
              <a:ext uri="{FF2B5EF4-FFF2-40B4-BE49-F238E27FC236}">
                <a16:creationId xmlns:a16="http://schemas.microsoft.com/office/drawing/2014/main" id="{2F043D66-FF5F-F97A-DFB4-D04C8543DD72}"/>
              </a:ext>
            </a:extLst>
          </p:cNvPr>
          <p:cNvSpPr txBox="1"/>
          <p:nvPr/>
        </p:nvSpPr>
        <p:spPr>
          <a:xfrm>
            <a:off x="1684912" y="476187"/>
            <a:ext cx="13960198" cy="84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12.Project Scope, Feasibility &amp; Requirement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9B7325-EBA7-D6C6-718F-C9B52921A1B7}"/>
              </a:ext>
            </a:extLst>
          </p:cNvPr>
          <p:cNvSpPr txBox="1"/>
          <p:nvPr/>
        </p:nvSpPr>
        <p:spPr>
          <a:xfrm>
            <a:off x="3052396" y="38621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6870A9-B149-709F-D9F3-E2C832175D01}"/>
              </a:ext>
            </a:extLst>
          </p:cNvPr>
          <p:cNvSpPr txBox="1"/>
          <p:nvPr/>
        </p:nvSpPr>
        <p:spPr>
          <a:xfrm>
            <a:off x="1726799" y="1968539"/>
            <a:ext cx="9931081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effectLst/>
              </a:rPr>
              <a:t>Scope</a:t>
            </a:r>
          </a:p>
          <a:p>
            <a:pPr>
              <a:buNone/>
            </a:pPr>
            <a:endParaRPr lang="en-IN" sz="2800" b="1" dirty="0">
              <a:effectLst/>
            </a:endParaRPr>
          </a:p>
          <a:p>
            <a:pPr>
              <a:buNone/>
            </a:pPr>
            <a:r>
              <a:rPr lang="en-IN" sz="2800" b="1" dirty="0">
                <a:effectLst/>
              </a:rPr>
              <a:t>In Scope</a:t>
            </a:r>
            <a:endParaRPr lang="en-IN" sz="2800" dirty="0">
              <a:effectLst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</a:rPr>
              <a:t>Audio-based MCQ examination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</a:rPr>
              <a:t>Keypad interaction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</a:rPr>
              <a:t>Local answer storage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</a:rPr>
              <a:t>Wi-Fi synchronization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</a:rPr>
              <a:t>Multiple examination devices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</a:rPr>
              <a:t>Central monitoring</a:t>
            </a:r>
          </a:p>
          <a:p>
            <a:pPr>
              <a:buNone/>
            </a:pPr>
            <a:r>
              <a:rPr lang="en-IN" sz="2800" b="1" dirty="0">
                <a:effectLst/>
              </a:rPr>
              <a:t>Future Scope</a:t>
            </a:r>
            <a:endParaRPr lang="en-IN" sz="2800" dirty="0">
              <a:effectLst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</a:rPr>
              <a:t>Text-to-speech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</a:rPr>
              <a:t>Voice feedback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</a:rPr>
              <a:t>More examination formats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</a:rPr>
              <a:t>Advanced accessibility features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</a:rPr>
              <a:t>Secure authentication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</a:rPr>
              <a:t>Large-scale deployment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B36CB3-378F-DCC4-C69E-91482DE8C4A8}"/>
              </a:ext>
            </a:extLst>
          </p:cNvPr>
          <p:cNvSpPr txBox="1"/>
          <p:nvPr/>
        </p:nvSpPr>
        <p:spPr>
          <a:xfrm>
            <a:off x="9393428" y="2053459"/>
            <a:ext cx="915806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effectLst/>
              </a:rPr>
              <a:t>Feasibility</a:t>
            </a:r>
          </a:p>
          <a:p>
            <a:pPr>
              <a:buNone/>
            </a:pPr>
            <a:endParaRPr lang="en-IN" sz="2800" b="1" dirty="0">
              <a:effectLst/>
            </a:endParaRPr>
          </a:p>
          <a:p>
            <a:pPr>
              <a:buNone/>
            </a:pPr>
            <a:r>
              <a:rPr lang="en-IN" sz="2800" b="1" dirty="0">
                <a:effectLst/>
              </a:rPr>
              <a:t>Technical:</a:t>
            </a:r>
            <a:r>
              <a:rPr lang="en-IN" sz="2800" dirty="0">
                <a:effectLst/>
              </a:rPr>
              <a:t> ESP32-S3, </a:t>
            </a:r>
            <a:r>
              <a:rPr lang="en-IN" sz="2800" dirty="0" err="1">
                <a:effectLst/>
              </a:rPr>
              <a:t>DFPlayer</a:t>
            </a:r>
            <a:r>
              <a:rPr lang="en-IN" sz="2800" dirty="0">
                <a:effectLst/>
              </a:rPr>
              <a:t> and Wi-Fi are suitable for the prototype.</a:t>
            </a:r>
          </a:p>
          <a:p>
            <a:pPr>
              <a:buNone/>
            </a:pPr>
            <a:r>
              <a:rPr lang="en-IN" sz="2800" b="1" dirty="0">
                <a:effectLst/>
              </a:rPr>
              <a:t>Economic:</a:t>
            </a:r>
            <a:r>
              <a:rPr lang="en-IN" sz="2800" dirty="0">
                <a:effectLst/>
              </a:rPr>
              <a:t> Uses relatively low-cost embedded hardware.</a:t>
            </a:r>
          </a:p>
          <a:p>
            <a:pPr>
              <a:buNone/>
            </a:pPr>
            <a:r>
              <a:rPr lang="en-IN" sz="2800" b="1" dirty="0">
                <a:effectLst/>
              </a:rPr>
              <a:t>Operational:</a:t>
            </a:r>
            <a:r>
              <a:rPr lang="en-IN" sz="2800" dirty="0">
                <a:effectLst/>
              </a:rPr>
              <a:t> Simple keypad + audio interface is suitable for the target interaction. want future scope base on </a:t>
            </a:r>
            <a:r>
              <a:rPr lang="en-IN" sz="2800" dirty="0" err="1">
                <a:effectLst/>
              </a:rPr>
              <a:t>currect</a:t>
            </a:r>
            <a:r>
              <a:rPr lang="en-IN" sz="2800" dirty="0">
                <a:effectLst/>
              </a:rPr>
              <a:t> project status</a:t>
            </a:r>
          </a:p>
        </p:txBody>
      </p:sp>
    </p:spTree>
    <p:extLst>
      <p:ext uri="{BB962C8B-B14F-4D97-AF65-F5344CB8AC3E}">
        <p14:creationId xmlns:p14="http://schemas.microsoft.com/office/powerpoint/2010/main" val="2045446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13296-72D3-6CFC-1EF0-4BA3C4EDE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8792E5DB-0DB5-F170-3939-F844148C9ADE}"/>
              </a:ext>
            </a:extLst>
          </p:cNvPr>
          <p:cNvGrpSpPr>
            <a:grpSpLocks noChangeAspect="1"/>
          </p:cNvGrpSpPr>
          <p:nvPr/>
        </p:nvGrpSpPr>
        <p:grpSpPr>
          <a:xfrm>
            <a:off x="12629034" y="-95612"/>
            <a:ext cx="5682412" cy="3091395"/>
            <a:chOff x="0" y="0"/>
            <a:chExt cx="4230776" cy="2301672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F714A3DE-0348-EDE7-BAF4-3D99A586A606}"/>
                </a:ext>
              </a:extLst>
            </p:cNvPr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6" name="Freeform 4">
            <a:extLst>
              <a:ext uri="{FF2B5EF4-FFF2-40B4-BE49-F238E27FC236}">
                <a16:creationId xmlns:a16="http://schemas.microsoft.com/office/drawing/2014/main" id="{FA4EB9DF-7FB3-F718-DADA-AD1348DEA90C}"/>
              </a:ext>
            </a:extLst>
          </p:cNvPr>
          <p:cNvSpPr/>
          <p:nvPr/>
        </p:nvSpPr>
        <p:spPr>
          <a:xfrm>
            <a:off x="23446" y="39438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2C35BCD0-E225-2D8E-4DDD-A49C1CE96556}"/>
              </a:ext>
            </a:extLst>
          </p:cNvPr>
          <p:cNvGrpSpPr>
            <a:grpSpLocks noChangeAspect="1"/>
          </p:cNvGrpSpPr>
          <p:nvPr/>
        </p:nvGrpSpPr>
        <p:grpSpPr>
          <a:xfrm>
            <a:off x="11214" y="-757"/>
            <a:ext cx="3655979" cy="2419133"/>
            <a:chOff x="0" y="0"/>
            <a:chExt cx="2494293" cy="1650454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4EE8F0D-5989-C6CC-0C0F-5BD9FD04CE15}"/>
                </a:ext>
              </a:extLst>
            </p:cNvPr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9" name="Freeform 7">
            <a:extLst>
              <a:ext uri="{FF2B5EF4-FFF2-40B4-BE49-F238E27FC236}">
                <a16:creationId xmlns:a16="http://schemas.microsoft.com/office/drawing/2014/main" id="{ED113136-0830-CBA1-B23A-F492C71613C8}"/>
              </a:ext>
            </a:extLst>
          </p:cNvPr>
          <p:cNvSpPr/>
          <p:nvPr/>
        </p:nvSpPr>
        <p:spPr>
          <a:xfrm>
            <a:off x="7959079" y="-60993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8">
            <a:extLst>
              <a:ext uri="{FF2B5EF4-FFF2-40B4-BE49-F238E27FC236}">
                <a16:creationId xmlns:a16="http://schemas.microsoft.com/office/drawing/2014/main" id="{93B670AD-455E-F410-3F52-0C77D4928336}"/>
              </a:ext>
            </a:extLst>
          </p:cNvPr>
          <p:cNvGrpSpPr>
            <a:grpSpLocks noChangeAspect="1"/>
          </p:cNvGrpSpPr>
          <p:nvPr/>
        </p:nvGrpSpPr>
        <p:grpSpPr>
          <a:xfrm>
            <a:off x="10810963" y="-24065"/>
            <a:ext cx="5202741" cy="1217186"/>
            <a:chOff x="0" y="0"/>
            <a:chExt cx="3942766" cy="922414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9DB72F84-65EB-ACEB-D74E-C85177F7D357}"/>
                </a:ext>
              </a:extLst>
            </p:cNvPr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2" name="Group 10">
            <a:extLst>
              <a:ext uri="{FF2B5EF4-FFF2-40B4-BE49-F238E27FC236}">
                <a16:creationId xmlns:a16="http://schemas.microsoft.com/office/drawing/2014/main" id="{BECF556B-5207-BEBE-01DE-9BE8EB21E133}"/>
              </a:ext>
            </a:extLst>
          </p:cNvPr>
          <p:cNvGrpSpPr/>
          <p:nvPr/>
        </p:nvGrpSpPr>
        <p:grpSpPr>
          <a:xfrm>
            <a:off x="11214" y="6426185"/>
            <a:ext cx="18300232" cy="3851542"/>
            <a:chOff x="0" y="0"/>
            <a:chExt cx="24400310" cy="5135389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5FDF19AB-9DC9-5577-B4A8-E86D9CBD20C1}"/>
                </a:ext>
              </a:extLst>
            </p:cNvPr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56161CD5-06CA-F653-5A2E-5BF75ED04EB6}"/>
                </a:ext>
              </a:extLst>
            </p:cNvPr>
            <p:cNvSpPr/>
            <p:nvPr/>
          </p:nvSpPr>
          <p:spPr>
            <a:xfrm>
              <a:off x="12829684" y="1787219"/>
              <a:ext cx="11570626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grpSp>
          <p:nvGrpSpPr>
            <p:cNvPr id="15" name="Group 13">
              <a:extLst>
                <a:ext uri="{FF2B5EF4-FFF2-40B4-BE49-F238E27FC236}">
                  <a16:creationId xmlns:a16="http://schemas.microsoft.com/office/drawing/2014/main" id="{7BDC9DF1-6807-9B73-323D-BF2D8A9DAE5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21" name="Freeform 14">
                <a:extLst>
                  <a:ext uri="{FF2B5EF4-FFF2-40B4-BE49-F238E27FC236}">
                    <a16:creationId xmlns:a16="http://schemas.microsoft.com/office/drawing/2014/main" id="{C20EC63A-B163-E45E-F008-DCC0C1F4CFF2}"/>
                  </a:ext>
                </a:extLst>
              </p:cNvPr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19AD572-BA79-9D4F-BE79-76EF50C5C5B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20" name="Freeform 16">
                <a:extLst>
                  <a:ext uri="{FF2B5EF4-FFF2-40B4-BE49-F238E27FC236}">
                    <a16:creationId xmlns:a16="http://schemas.microsoft.com/office/drawing/2014/main" id="{F122255E-A66B-E3C6-4CF6-E6B48FC89B61}"/>
                  </a:ext>
                </a:extLst>
              </p:cNvPr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71636B1-EF5B-3EE8-551E-BD180E915D4B}"/>
                </a:ext>
              </a:extLst>
            </p:cNvPr>
            <p:cNvSpPr/>
            <p:nvPr/>
          </p:nvSpPr>
          <p:spPr>
            <a:xfrm>
              <a:off x="407092" y="251152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D808158F-7189-DE83-3306-CB029DE8420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292184" y="2631981"/>
              <a:ext cx="10700812" cy="2503408"/>
              <a:chOff x="91770" y="209838"/>
              <a:chExt cx="4431919" cy="1036828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FD256AFE-DF1F-44D8-A47C-A28815EC0643}"/>
                  </a:ext>
                </a:extLst>
              </p:cNvPr>
              <p:cNvSpPr/>
              <p:nvPr/>
            </p:nvSpPr>
            <p:spPr>
              <a:xfrm>
                <a:off x="91770" y="209838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  <p:txBody>
              <a:bodyPr/>
              <a:lstStyle/>
              <a:p>
                <a:endParaRPr lang="en-IN" dirty="0"/>
              </a:p>
            </p:txBody>
          </p:sp>
        </p:grpSp>
      </p:grpSp>
      <p:sp>
        <p:nvSpPr>
          <p:cNvPr id="22" name="TextBox 20">
            <a:extLst>
              <a:ext uri="{FF2B5EF4-FFF2-40B4-BE49-F238E27FC236}">
                <a16:creationId xmlns:a16="http://schemas.microsoft.com/office/drawing/2014/main" id="{831E3103-6675-D7EC-5BB2-07229315C00E}"/>
              </a:ext>
            </a:extLst>
          </p:cNvPr>
          <p:cNvSpPr txBox="1"/>
          <p:nvPr/>
        </p:nvSpPr>
        <p:spPr>
          <a:xfrm>
            <a:off x="1450427" y="405092"/>
            <a:ext cx="13960198" cy="84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13.Timeline/Milestone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C35E01-9B10-E5E1-F08B-0A5DE7EC8D0F}"/>
              </a:ext>
            </a:extLst>
          </p:cNvPr>
          <p:cNvSpPr txBox="1"/>
          <p:nvPr/>
        </p:nvSpPr>
        <p:spPr>
          <a:xfrm>
            <a:off x="3052396" y="38621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C3DBC7D7-2BFA-F949-93C7-2517DD060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08987"/>
              </p:ext>
            </p:extLst>
          </p:nvPr>
        </p:nvGraphicFramePr>
        <p:xfrm>
          <a:off x="2331196" y="1444519"/>
          <a:ext cx="10350917" cy="8037467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998598">
                  <a:extLst>
                    <a:ext uri="{9D8B030D-6E8A-4147-A177-3AD203B41FA5}">
                      <a16:colId xmlns:a16="http://schemas.microsoft.com/office/drawing/2014/main" val="923229098"/>
                    </a:ext>
                  </a:extLst>
                </a:gridCol>
                <a:gridCol w="3918895">
                  <a:extLst>
                    <a:ext uri="{9D8B030D-6E8A-4147-A177-3AD203B41FA5}">
                      <a16:colId xmlns:a16="http://schemas.microsoft.com/office/drawing/2014/main" val="1227937447"/>
                    </a:ext>
                  </a:extLst>
                </a:gridCol>
                <a:gridCol w="4433424">
                  <a:extLst>
                    <a:ext uri="{9D8B030D-6E8A-4147-A177-3AD203B41FA5}">
                      <a16:colId xmlns:a16="http://schemas.microsoft.com/office/drawing/2014/main" val="574575244"/>
                    </a:ext>
                  </a:extLst>
                </a:gridCol>
              </a:tblGrid>
              <a:tr h="437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Milestone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Activity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Status</a:t>
                      </a:r>
                    </a:p>
                  </a:txBody>
                  <a:tcPr marL="74196" marR="74196" marT="37098" marB="37098" anchor="ctr"/>
                </a:tc>
                <a:extLst>
                  <a:ext uri="{0D108BD9-81ED-4DB2-BD59-A6C34878D82A}">
                    <a16:rowId xmlns:a16="http://schemas.microsoft.com/office/drawing/2014/main" val="578286350"/>
                  </a:ext>
                </a:extLst>
              </a:tr>
              <a:tr h="842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M1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Problem identification and requirements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Completed</a:t>
                      </a:r>
                    </a:p>
                  </a:txBody>
                  <a:tcPr marL="74196" marR="74196" marT="37098" marB="37098" anchor="ctr"/>
                </a:tc>
                <a:extLst>
                  <a:ext uri="{0D108BD9-81ED-4DB2-BD59-A6C34878D82A}">
                    <a16:rowId xmlns:a16="http://schemas.microsoft.com/office/drawing/2014/main" val="1746487810"/>
                  </a:ext>
                </a:extLst>
              </a:tr>
              <a:tr h="953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M2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Literature survey and feasibility study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Completed / initial</a:t>
                      </a:r>
                    </a:p>
                  </a:txBody>
                  <a:tcPr marL="74196" marR="74196" marT="37098" marB="37098" anchor="ctr"/>
                </a:tc>
                <a:extLst>
                  <a:ext uri="{0D108BD9-81ED-4DB2-BD59-A6C34878D82A}">
                    <a16:rowId xmlns:a16="http://schemas.microsoft.com/office/drawing/2014/main" val="4016823143"/>
                  </a:ext>
                </a:extLst>
              </a:tr>
              <a:tr h="842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M3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System architecture and UML design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Designed</a:t>
                      </a:r>
                    </a:p>
                  </a:txBody>
                  <a:tcPr marL="74196" marR="74196" marT="37098" marB="37098" anchor="ctr"/>
                </a:tc>
                <a:extLst>
                  <a:ext uri="{0D108BD9-81ED-4DB2-BD59-A6C34878D82A}">
                    <a16:rowId xmlns:a16="http://schemas.microsoft.com/office/drawing/2014/main" val="2720499851"/>
                  </a:ext>
                </a:extLst>
              </a:tr>
              <a:tr h="751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M4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Hardware circuit design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Completed</a:t>
                      </a:r>
                    </a:p>
                  </a:txBody>
                  <a:tcPr marL="74196" marR="74196" marT="37098" marB="37098" anchor="ctr"/>
                </a:tc>
                <a:extLst>
                  <a:ext uri="{0D108BD9-81ED-4DB2-BD59-A6C34878D82A}">
                    <a16:rowId xmlns:a16="http://schemas.microsoft.com/office/drawing/2014/main" val="2380524295"/>
                  </a:ext>
                </a:extLst>
              </a:tr>
              <a:tr h="842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M5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Physical prototype and ESP32 programming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Planned</a:t>
                      </a:r>
                    </a:p>
                  </a:txBody>
                  <a:tcPr marL="74196" marR="74196" marT="37098" marB="37098" anchor="ctr"/>
                </a:tc>
                <a:extLst>
                  <a:ext uri="{0D108BD9-81ED-4DB2-BD59-A6C34878D82A}">
                    <a16:rowId xmlns:a16="http://schemas.microsoft.com/office/drawing/2014/main" val="2466632080"/>
                  </a:ext>
                </a:extLst>
              </a:tr>
              <a:tr h="1204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M6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React, Node.js, Express and MongoDB development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Planned</a:t>
                      </a:r>
                    </a:p>
                  </a:txBody>
                  <a:tcPr marL="74196" marR="74196" marT="37098" marB="37098" anchor="ctr"/>
                </a:tc>
                <a:extLst>
                  <a:ext uri="{0D108BD9-81ED-4DB2-BD59-A6C34878D82A}">
                    <a16:rowId xmlns:a16="http://schemas.microsoft.com/office/drawing/2014/main" val="3825550746"/>
                  </a:ext>
                </a:extLst>
              </a:tr>
              <a:tr h="842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M7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Hardware–software integration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Planned</a:t>
                      </a:r>
                    </a:p>
                  </a:txBody>
                  <a:tcPr marL="74196" marR="74196" marT="37098" marB="37098" anchor="ctr"/>
                </a:tc>
                <a:extLst>
                  <a:ext uri="{0D108BD9-81ED-4DB2-BD59-A6C34878D82A}">
                    <a16:rowId xmlns:a16="http://schemas.microsoft.com/office/drawing/2014/main" val="842471518"/>
                  </a:ext>
                </a:extLst>
              </a:tr>
              <a:tr h="479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M8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Testing and validation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Planned</a:t>
                      </a:r>
                    </a:p>
                  </a:txBody>
                  <a:tcPr marL="74196" marR="74196" marT="37098" marB="37098" anchor="ctr"/>
                </a:tc>
                <a:extLst>
                  <a:ext uri="{0D108BD9-81ED-4DB2-BD59-A6C34878D82A}">
                    <a16:rowId xmlns:a16="http://schemas.microsoft.com/office/drawing/2014/main" val="4132061146"/>
                  </a:ext>
                </a:extLst>
              </a:tr>
              <a:tr h="842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M9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Final demonstration and documentation</a:t>
                      </a:r>
                    </a:p>
                  </a:txBody>
                  <a:tcPr marL="74196" marR="74196" marT="37098" marB="370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Planned</a:t>
                      </a:r>
                    </a:p>
                  </a:txBody>
                  <a:tcPr marL="74196" marR="74196" marT="37098" marB="37098" anchor="ctr"/>
                </a:tc>
                <a:extLst>
                  <a:ext uri="{0D108BD9-81ED-4DB2-BD59-A6C34878D82A}">
                    <a16:rowId xmlns:a16="http://schemas.microsoft.com/office/drawing/2014/main" val="830122625"/>
                  </a:ext>
                </a:extLst>
              </a:tr>
            </a:tbl>
          </a:graphicData>
        </a:graphic>
      </p:graphicFrame>
      <p:pic>
        <p:nvPicPr>
          <p:cNvPr id="31" name="Picture 30">
            <a:extLst>
              <a:ext uri="{FF2B5EF4-FFF2-40B4-BE49-F238E27FC236}">
                <a16:creationId xmlns:a16="http://schemas.microsoft.com/office/drawing/2014/main" id="{9AD499CA-9E0F-83E4-D14C-9D49D4A549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9263" y="1839057"/>
            <a:ext cx="2639857" cy="765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1366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BBA28A21-A803-8829-690C-67752FB30EE6}"/>
              </a:ext>
            </a:extLst>
          </p:cNvPr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822EF997-178C-4CF9-95EF-A43F202C74E3}"/>
                </a:ext>
              </a:extLst>
            </p:cNvPr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8" name="Freeform 4">
            <a:extLst>
              <a:ext uri="{FF2B5EF4-FFF2-40B4-BE49-F238E27FC236}">
                <a16:creationId xmlns:a16="http://schemas.microsoft.com/office/drawing/2014/main" id="{40D4EC74-608F-3878-621A-43A4E6A4E43F}"/>
              </a:ext>
            </a:extLst>
          </p:cNvPr>
          <p:cNvSpPr/>
          <p:nvPr/>
        </p:nvSpPr>
        <p:spPr>
          <a:xfrm>
            <a:off x="0" y="63503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5">
            <a:extLst>
              <a:ext uri="{FF2B5EF4-FFF2-40B4-BE49-F238E27FC236}">
                <a16:creationId xmlns:a16="http://schemas.microsoft.com/office/drawing/2014/main" id="{DC4A6645-497A-76EF-0006-8FE7380025FA}"/>
              </a:ext>
            </a:extLst>
          </p:cNvPr>
          <p:cNvGrpSpPr>
            <a:grpSpLocks noChangeAspect="1"/>
          </p:cNvGrpSpPr>
          <p:nvPr/>
        </p:nvGrpSpPr>
        <p:grpSpPr>
          <a:xfrm>
            <a:off x="-12232" y="23308"/>
            <a:ext cx="3655979" cy="2419133"/>
            <a:chOff x="0" y="0"/>
            <a:chExt cx="2494293" cy="1650454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65D4CC7-EF31-F670-9D20-895C8C71F383}"/>
                </a:ext>
              </a:extLst>
            </p:cNvPr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</p:sp>
      </p:grpSp>
      <p:sp>
        <p:nvSpPr>
          <p:cNvPr id="11" name="Freeform 7">
            <a:extLst>
              <a:ext uri="{FF2B5EF4-FFF2-40B4-BE49-F238E27FC236}">
                <a16:creationId xmlns:a16="http://schemas.microsoft.com/office/drawing/2014/main" id="{8566FE6F-FC92-4359-1102-5888EFD96B01}"/>
              </a:ext>
            </a:extLst>
          </p:cNvPr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8">
            <a:extLst>
              <a:ext uri="{FF2B5EF4-FFF2-40B4-BE49-F238E27FC236}">
                <a16:creationId xmlns:a16="http://schemas.microsoft.com/office/drawing/2014/main" id="{EA798692-F848-B4CA-0B01-825243B76562}"/>
              </a:ext>
            </a:extLst>
          </p:cNvPr>
          <p:cNvGrpSpPr>
            <a:grpSpLocks noChangeAspect="1"/>
          </p:cNvGrpSpPr>
          <p:nvPr/>
        </p:nvGrpSpPr>
        <p:grpSpPr>
          <a:xfrm>
            <a:off x="10775134" y="-264646"/>
            <a:ext cx="5202741" cy="1217186"/>
            <a:chOff x="0" y="0"/>
            <a:chExt cx="3942766" cy="922414"/>
          </a:xfrm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5027191E-4602-9C9C-690F-55CEAA453026}"/>
                </a:ext>
              </a:extLst>
            </p:cNvPr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4" name="Group 10">
            <a:extLst>
              <a:ext uri="{FF2B5EF4-FFF2-40B4-BE49-F238E27FC236}">
                <a16:creationId xmlns:a16="http://schemas.microsoft.com/office/drawing/2014/main" id="{350DCA1F-69B3-F6F3-10A9-BFA7086E20C7}"/>
              </a:ext>
            </a:extLst>
          </p:cNvPr>
          <p:cNvGrpSpPr/>
          <p:nvPr/>
        </p:nvGrpSpPr>
        <p:grpSpPr>
          <a:xfrm>
            <a:off x="14719" y="7511756"/>
            <a:ext cx="18273281" cy="3851542"/>
            <a:chOff x="0" y="0"/>
            <a:chExt cx="24364375" cy="5135389"/>
          </a:xfrm>
        </p:grpSpPr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720DD034-888D-B04A-EEF5-21FAEE5B3DC6}"/>
                </a:ext>
              </a:extLst>
            </p:cNvPr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9CD473FD-85FC-0837-39EF-968FC1E809CE}"/>
                </a:ext>
              </a:extLst>
            </p:cNvPr>
            <p:cNvSpPr/>
            <p:nvPr/>
          </p:nvSpPr>
          <p:spPr>
            <a:xfrm>
              <a:off x="12793750" y="1265932"/>
              <a:ext cx="11570625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7" name="Group 13">
              <a:extLst>
                <a:ext uri="{FF2B5EF4-FFF2-40B4-BE49-F238E27FC236}">
                  <a16:creationId xmlns:a16="http://schemas.microsoft.com/office/drawing/2014/main" id="{3B4CA049-6843-A0E6-61CA-67883C9210B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23" name="Freeform 14">
                <a:extLst>
                  <a:ext uri="{FF2B5EF4-FFF2-40B4-BE49-F238E27FC236}">
                    <a16:creationId xmlns:a16="http://schemas.microsoft.com/office/drawing/2014/main" id="{FD2C30A0-B549-87C9-3B80-C789DC67D4E9}"/>
                  </a:ext>
                </a:extLst>
              </p:cNvPr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8" name="Group 15">
              <a:extLst>
                <a:ext uri="{FF2B5EF4-FFF2-40B4-BE49-F238E27FC236}">
                  <a16:creationId xmlns:a16="http://schemas.microsoft.com/office/drawing/2014/main" id="{3E0384DF-9729-F2B6-F3C9-1907AB3A788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22" name="Freeform 16">
                <a:extLst>
                  <a:ext uri="{FF2B5EF4-FFF2-40B4-BE49-F238E27FC236}">
                    <a16:creationId xmlns:a16="http://schemas.microsoft.com/office/drawing/2014/main" id="{1401FDA0-B22B-CB54-C70F-F24BD9113E96}"/>
                  </a:ext>
                </a:extLst>
              </p:cNvPr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3C829D5A-2D9D-4633-50FD-09B2661C3E31}"/>
                </a:ext>
              </a:extLst>
            </p:cNvPr>
            <p:cNvSpPr/>
            <p:nvPr/>
          </p:nvSpPr>
          <p:spPr>
            <a:xfrm>
              <a:off x="361344" y="212530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0" name="Group 18">
              <a:extLst>
                <a:ext uri="{FF2B5EF4-FFF2-40B4-BE49-F238E27FC236}">
                  <a16:creationId xmlns:a16="http://schemas.microsoft.com/office/drawing/2014/main" id="{511235CF-06F3-A10B-322F-F25805B3753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70607" y="2125330"/>
              <a:ext cx="10700964" cy="2503500"/>
              <a:chOff x="0" y="0"/>
              <a:chExt cx="4431982" cy="1036866"/>
            </a:xfrm>
          </p:grpSpPr>
          <p:sp>
            <p:nvSpPr>
              <p:cNvPr id="21" name="Freeform 19">
                <a:extLst>
                  <a:ext uri="{FF2B5EF4-FFF2-40B4-BE49-F238E27FC236}">
                    <a16:creationId xmlns:a16="http://schemas.microsoft.com/office/drawing/2014/main" id="{195EDCFF-893F-B280-AF7C-D2C678FA80A6}"/>
                  </a:ext>
                </a:extLst>
              </p:cNvPr>
              <p:cNvSpPr/>
              <p:nvPr/>
            </p:nvSpPr>
            <p:spPr>
              <a:xfrm>
                <a:off x="0" y="0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4BEC3C3-0ED0-77E0-44C7-29BD4E307034}"/>
              </a:ext>
            </a:extLst>
          </p:cNvPr>
          <p:cNvSpPr txBox="1"/>
          <p:nvPr/>
        </p:nvSpPr>
        <p:spPr>
          <a:xfrm>
            <a:off x="3896409" y="3693901"/>
            <a:ext cx="10495181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600" dirty="0">
                <a:latin typeface="Alice" panose="020B060402020202020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46827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1055</Words>
  <Application>Microsoft Office PowerPoint</Application>
  <PresentationFormat>Custom</PresentationFormat>
  <Paragraphs>230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Wingdings</vt:lpstr>
      <vt:lpstr>Alice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</dc:title>
  <dc:creator>Sarika Tiwari</dc:creator>
  <cp:lastModifiedBy>OM MALLEPELLI</cp:lastModifiedBy>
  <cp:revision>15</cp:revision>
  <dcterms:created xsi:type="dcterms:W3CDTF">2006-08-16T00:00:00Z</dcterms:created>
  <dcterms:modified xsi:type="dcterms:W3CDTF">2026-10-09T18:07:27Z</dcterms:modified>
  <dc:identifier>DAG3DFHr7qI</dc:identifier>
</cp:coreProperties>
</file>